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67" r:id="rId2"/>
    <p:sldId id="388" r:id="rId3"/>
    <p:sldId id="389" r:id="rId4"/>
    <p:sldId id="390" r:id="rId5"/>
    <p:sldId id="391" r:id="rId6"/>
    <p:sldId id="392" r:id="rId7"/>
    <p:sldId id="393" r:id="rId8"/>
    <p:sldId id="394" r:id="rId9"/>
    <p:sldId id="395" r:id="rId10"/>
    <p:sldId id="396" r:id="rId11"/>
    <p:sldId id="397" r:id="rId12"/>
    <p:sldId id="399" r:id="rId13"/>
    <p:sldId id="39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orient="horz" pos="1620">
          <p15:clr>
            <a:srgbClr val="A4A3A4"/>
          </p15:clr>
        </p15:guide>
        <p15:guide id="8" pos="5284" userDrawn="1">
          <p15:clr>
            <a:srgbClr val="A4A3A4"/>
          </p15:clr>
        </p15:guide>
        <p15:guide id="9" pos="474">
          <p15:clr>
            <a:srgbClr val="A4A3A4"/>
          </p15:clr>
        </p15:guide>
        <p15:guide id="10" pos="477">
          <p15:clr>
            <a:srgbClr val="A4A3A4"/>
          </p15:clr>
        </p15:guide>
        <p15:guide id="11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Ho-何書葶" initials="MH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BE00"/>
    <a:srgbClr val="FF66FF"/>
    <a:srgbClr val="FFA700"/>
    <a:srgbClr val="E34535"/>
    <a:srgbClr val="FFFFFF"/>
    <a:srgbClr val="FFCCCC"/>
    <a:srgbClr val="F07E16"/>
    <a:srgbClr val="C7D302"/>
    <a:srgbClr val="009FE3"/>
    <a:srgbClr val="FF28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EE523D-7E67-4B2B-BCEA-789D402E6468}" v="14" dt="2023-12-11T03:41:57.3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5"/>
      </p:cViewPr>
      <p:guideLst>
        <p:guide orient="horz" pos="1620"/>
        <p:guide pos="5284"/>
        <p:guide pos="474"/>
        <p:guide pos="47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 Wang" userId="6b6e7535c948cbb7" providerId="LiveId" clId="{5BEE523D-7E67-4B2B-BCEA-789D402E6468}"/>
    <pc:docChg chg="undo custSel addSld modSld">
      <pc:chgData name="Char Wang" userId="6b6e7535c948cbb7" providerId="LiveId" clId="{5BEE523D-7E67-4B2B-BCEA-789D402E6468}" dt="2023-12-11T03:44:26.193" v="692" actId="20577"/>
      <pc:docMkLst>
        <pc:docMk/>
      </pc:docMkLst>
      <pc:sldChg chg="addSp delSp modSp mod">
        <pc:chgData name="Char Wang" userId="6b6e7535c948cbb7" providerId="LiveId" clId="{5BEE523D-7E67-4B2B-BCEA-789D402E6468}" dt="2023-12-11T01:32:02.694" v="102" actId="1076"/>
        <pc:sldMkLst>
          <pc:docMk/>
          <pc:sldMk cId="793519318" sldId="390"/>
        </pc:sldMkLst>
        <pc:spChg chg="add mod">
          <ac:chgData name="Char Wang" userId="6b6e7535c948cbb7" providerId="LiveId" clId="{5BEE523D-7E67-4B2B-BCEA-789D402E6468}" dt="2023-12-11T01:06:37.242" v="45" actId="1076"/>
          <ac:spMkLst>
            <pc:docMk/>
            <pc:sldMk cId="793519318" sldId="390"/>
            <ac:spMk id="6" creationId="{3C1A714B-9543-443C-316E-47D176096516}"/>
          </ac:spMkLst>
        </pc:spChg>
        <pc:spChg chg="add mod">
          <ac:chgData name="Char Wang" userId="6b6e7535c948cbb7" providerId="LiveId" clId="{5BEE523D-7E67-4B2B-BCEA-789D402E6468}" dt="2023-12-11T01:28:56.534" v="80" actId="1076"/>
          <ac:spMkLst>
            <pc:docMk/>
            <pc:sldMk cId="793519318" sldId="390"/>
            <ac:spMk id="7" creationId="{1F41ACF2-ACFB-57CA-2DC7-7DBBA1E5E1EC}"/>
          </ac:spMkLst>
        </pc:spChg>
        <pc:spChg chg="add mod">
          <ac:chgData name="Char Wang" userId="6b6e7535c948cbb7" providerId="LiveId" clId="{5BEE523D-7E67-4B2B-BCEA-789D402E6468}" dt="2023-12-11T01:28:40.695" v="74" actId="1076"/>
          <ac:spMkLst>
            <pc:docMk/>
            <pc:sldMk cId="793519318" sldId="390"/>
            <ac:spMk id="8" creationId="{01A1DDB4-D0B6-7D94-3510-89198FE63B47}"/>
          </ac:spMkLst>
        </pc:spChg>
        <pc:spChg chg="del">
          <ac:chgData name="Char Wang" userId="6b6e7535c948cbb7" providerId="LiveId" clId="{5BEE523D-7E67-4B2B-BCEA-789D402E6468}" dt="2023-12-11T01:04:11.453" v="34" actId="478"/>
          <ac:spMkLst>
            <pc:docMk/>
            <pc:sldMk cId="793519318" sldId="390"/>
            <ac:spMk id="9" creationId="{6CC6D4ED-C3AB-7846-3CF1-698669DA341E}"/>
          </ac:spMkLst>
        </pc:spChg>
        <pc:spChg chg="add mod">
          <ac:chgData name="Char Wang" userId="6b6e7535c948cbb7" providerId="LiveId" clId="{5BEE523D-7E67-4B2B-BCEA-789D402E6468}" dt="2023-12-11T01:30:41.927" v="92" actId="14100"/>
          <ac:spMkLst>
            <pc:docMk/>
            <pc:sldMk cId="793519318" sldId="390"/>
            <ac:spMk id="14" creationId="{5E3511B1-1BE9-36AB-CE0C-AC8344969063}"/>
          </ac:spMkLst>
        </pc:spChg>
        <pc:spChg chg="add mod">
          <ac:chgData name="Char Wang" userId="6b6e7535c948cbb7" providerId="LiveId" clId="{5BEE523D-7E67-4B2B-BCEA-789D402E6468}" dt="2023-12-11T01:31:37.496" v="100" actId="1076"/>
          <ac:spMkLst>
            <pc:docMk/>
            <pc:sldMk cId="793519318" sldId="390"/>
            <ac:spMk id="17" creationId="{F1955FCF-176E-B4D5-DEAA-43D87F7D9BA8}"/>
          </ac:spMkLst>
        </pc:spChg>
        <pc:picChg chg="mod">
          <ac:chgData name="Char Wang" userId="6b6e7535c948cbb7" providerId="LiveId" clId="{5BEE523D-7E67-4B2B-BCEA-789D402E6468}" dt="2023-12-11T01:31:21.374" v="96" actId="1076"/>
          <ac:picMkLst>
            <pc:docMk/>
            <pc:sldMk cId="793519318" sldId="390"/>
            <ac:picMk id="4" creationId="{61F39A1D-2849-9B6A-6CCB-F01C19DB2C11}"/>
          </ac:picMkLst>
        </pc:picChg>
        <pc:picChg chg="add mod">
          <ac:chgData name="Char Wang" userId="6b6e7535c948cbb7" providerId="LiveId" clId="{5BEE523D-7E67-4B2B-BCEA-789D402E6468}" dt="2023-12-11T01:06:29.306" v="43" actId="1076"/>
          <ac:picMkLst>
            <pc:docMk/>
            <pc:sldMk cId="793519318" sldId="390"/>
            <ac:picMk id="5" creationId="{A9C9CA5E-1161-3F77-7B95-181CF65E50F7}"/>
          </ac:picMkLst>
        </pc:picChg>
        <pc:picChg chg="add del mod">
          <ac:chgData name="Char Wang" userId="6b6e7535c948cbb7" providerId="LiveId" clId="{5BEE523D-7E67-4B2B-BCEA-789D402E6468}" dt="2023-12-11T01:08:06.628" v="67" actId="478"/>
          <ac:picMkLst>
            <pc:docMk/>
            <pc:sldMk cId="793519318" sldId="390"/>
            <ac:picMk id="11" creationId="{F43D2DA8-4A56-C9F9-9F7B-6FD558577436}"/>
          </ac:picMkLst>
        </pc:picChg>
        <pc:picChg chg="add mod">
          <ac:chgData name="Char Wang" userId="6b6e7535c948cbb7" providerId="LiveId" clId="{5BEE523D-7E67-4B2B-BCEA-789D402E6468}" dt="2023-12-11T01:29:26.670" v="82" actId="1582"/>
          <ac:picMkLst>
            <pc:docMk/>
            <pc:sldMk cId="793519318" sldId="390"/>
            <ac:picMk id="13" creationId="{B10A4824-DABB-406C-E601-6AA6AB208AF2}"/>
          </ac:picMkLst>
        </pc:picChg>
        <pc:picChg chg="add mod">
          <ac:chgData name="Char Wang" userId="6b6e7535c948cbb7" providerId="LiveId" clId="{5BEE523D-7E67-4B2B-BCEA-789D402E6468}" dt="2023-12-11T01:32:02.694" v="102" actId="1076"/>
          <ac:picMkLst>
            <pc:docMk/>
            <pc:sldMk cId="793519318" sldId="390"/>
            <ac:picMk id="16" creationId="{21BD5C12-7F97-C7B3-0654-54B92446220D}"/>
          </ac:picMkLst>
        </pc:picChg>
      </pc:sldChg>
      <pc:sldChg chg="addSp modSp mod">
        <pc:chgData name="Char Wang" userId="6b6e7535c948cbb7" providerId="LiveId" clId="{5BEE523D-7E67-4B2B-BCEA-789D402E6468}" dt="2023-12-11T01:49:45.974" v="132" actId="14100"/>
        <pc:sldMkLst>
          <pc:docMk/>
          <pc:sldMk cId="782046818" sldId="391"/>
        </pc:sldMkLst>
        <pc:spChg chg="mod">
          <ac:chgData name="Char Wang" userId="6b6e7535c948cbb7" providerId="LiveId" clId="{5BEE523D-7E67-4B2B-BCEA-789D402E6468}" dt="2023-12-11T01:49:29.877" v="131" actId="1076"/>
          <ac:spMkLst>
            <pc:docMk/>
            <pc:sldMk cId="782046818" sldId="391"/>
            <ac:spMk id="2" creationId="{1553DAB7-FA52-5132-D41A-6088EA904F25}"/>
          </ac:spMkLst>
        </pc:spChg>
        <pc:spChg chg="add mod">
          <ac:chgData name="Char Wang" userId="6b6e7535c948cbb7" providerId="LiveId" clId="{5BEE523D-7E67-4B2B-BCEA-789D402E6468}" dt="2023-12-11T01:47:23.974" v="129" actId="14100"/>
          <ac:spMkLst>
            <pc:docMk/>
            <pc:sldMk cId="782046818" sldId="391"/>
            <ac:spMk id="4" creationId="{FAA73324-9400-2FA0-5645-97C43AAEB540}"/>
          </ac:spMkLst>
        </pc:spChg>
        <pc:spChg chg="mod">
          <ac:chgData name="Char Wang" userId="6b6e7535c948cbb7" providerId="LiveId" clId="{5BEE523D-7E67-4B2B-BCEA-789D402E6468}" dt="2023-12-11T01:49:24.030" v="130" actId="1076"/>
          <ac:spMkLst>
            <pc:docMk/>
            <pc:sldMk cId="782046818" sldId="391"/>
            <ac:spMk id="7" creationId="{E801808C-BA89-5247-0D86-1BD9C2A77DE6}"/>
          </ac:spMkLst>
        </pc:spChg>
        <pc:spChg chg="mod">
          <ac:chgData name="Char Wang" userId="6b6e7535c948cbb7" providerId="LiveId" clId="{5BEE523D-7E67-4B2B-BCEA-789D402E6468}" dt="2023-12-11T01:49:45.974" v="132" actId="14100"/>
          <ac:spMkLst>
            <pc:docMk/>
            <pc:sldMk cId="782046818" sldId="391"/>
            <ac:spMk id="10" creationId="{AE9BEC58-E23F-51A6-5336-44F0BAF7F7CF}"/>
          </ac:spMkLst>
        </pc:spChg>
      </pc:sldChg>
      <pc:sldChg chg="modSp mod">
        <pc:chgData name="Char Wang" userId="6b6e7535c948cbb7" providerId="LiveId" clId="{5BEE523D-7E67-4B2B-BCEA-789D402E6468}" dt="2023-12-11T01:38:04.088" v="114" actId="207"/>
        <pc:sldMkLst>
          <pc:docMk/>
          <pc:sldMk cId="3414207393" sldId="395"/>
        </pc:sldMkLst>
        <pc:spChg chg="mod">
          <ac:chgData name="Char Wang" userId="6b6e7535c948cbb7" providerId="LiveId" clId="{5BEE523D-7E67-4B2B-BCEA-789D402E6468}" dt="2023-12-11T01:38:04.088" v="114" actId="207"/>
          <ac:spMkLst>
            <pc:docMk/>
            <pc:sldMk cId="3414207393" sldId="395"/>
            <ac:spMk id="2" creationId="{63972F64-B2DC-3459-BE99-1A1098E9CD90}"/>
          </ac:spMkLst>
        </pc:spChg>
      </pc:sldChg>
      <pc:sldChg chg="modSp mod">
        <pc:chgData name="Char Wang" userId="6b6e7535c948cbb7" providerId="LiveId" clId="{5BEE523D-7E67-4B2B-BCEA-789D402E6468}" dt="2023-12-11T01:37:46.409" v="110" actId="207"/>
        <pc:sldMkLst>
          <pc:docMk/>
          <pc:sldMk cId="3172216459" sldId="396"/>
        </pc:sldMkLst>
        <pc:spChg chg="mod">
          <ac:chgData name="Char Wang" userId="6b6e7535c948cbb7" providerId="LiveId" clId="{5BEE523D-7E67-4B2B-BCEA-789D402E6468}" dt="2023-12-11T01:37:46.409" v="110" actId="207"/>
          <ac:spMkLst>
            <pc:docMk/>
            <pc:sldMk cId="3172216459" sldId="396"/>
            <ac:spMk id="2" creationId="{63972F64-B2DC-3459-BE99-1A1098E9CD90}"/>
          </ac:spMkLst>
        </pc:spChg>
        <pc:spChg chg="mod">
          <ac:chgData name="Char Wang" userId="6b6e7535c948cbb7" providerId="LiveId" clId="{5BEE523D-7E67-4B2B-BCEA-789D402E6468}" dt="2023-12-11T01:37:11.747" v="104" actId="208"/>
          <ac:spMkLst>
            <pc:docMk/>
            <pc:sldMk cId="3172216459" sldId="396"/>
            <ac:spMk id="8" creationId="{7E71E0D2-53C4-71FF-F60B-1F85F8AEFD60}"/>
          </ac:spMkLst>
        </pc:spChg>
        <pc:spChg chg="mod">
          <ac:chgData name="Char Wang" userId="6b6e7535c948cbb7" providerId="LiveId" clId="{5BEE523D-7E67-4B2B-BCEA-789D402E6468}" dt="2023-12-11T01:37:16.923" v="105" actId="208"/>
          <ac:spMkLst>
            <pc:docMk/>
            <pc:sldMk cId="3172216459" sldId="396"/>
            <ac:spMk id="9" creationId="{C23FD12D-9455-BA86-925A-F219D1412943}"/>
          </ac:spMkLst>
        </pc:spChg>
        <pc:spChg chg="mod">
          <ac:chgData name="Char Wang" userId="6b6e7535c948cbb7" providerId="LiveId" clId="{5BEE523D-7E67-4B2B-BCEA-789D402E6468}" dt="2023-12-11T01:37:21.650" v="106" actId="207"/>
          <ac:spMkLst>
            <pc:docMk/>
            <pc:sldMk cId="3172216459" sldId="396"/>
            <ac:spMk id="10" creationId="{593AF6E6-FC12-9A42-0892-0A53B58D5CB0}"/>
          </ac:spMkLst>
        </pc:spChg>
        <pc:spChg chg="mod">
          <ac:chgData name="Char Wang" userId="6b6e7535c948cbb7" providerId="LiveId" clId="{5BEE523D-7E67-4B2B-BCEA-789D402E6468}" dt="2023-12-11T01:37:24.168" v="107" actId="207"/>
          <ac:spMkLst>
            <pc:docMk/>
            <pc:sldMk cId="3172216459" sldId="396"/>
            <ac:spMk id="11" creationId="{08CD2AE0-4B79-A0B6-2C4C-1F83ED672BA9}"/>
          </ac:spMkLst>
        </pc:spChg>
      </pc:sldChg>
      <pc:sldChg chg="addSp modSp mod">
        <pc:chgData name="Char Wang" userId="6b6e7535c948cbb7" providerId="LiveId" clId="{5BEE523D-7E67-4B2B-BCEA-789D402E6468}" dt="2023-12-11T01:00:21.586" v="31" actId="20577"/>
        <pc:sldMkLst>
          <pc:docMk/>
          <pc:sldMk cId="573605761" sldId="397"/>
        </pc:sldMkLst>
        <pc:spChg chg="add mod">
          <ac:chgData name="Char Wang" userId="6b6e7535c948cbb7" providerId="LiveId" clId="{5BEE523D-7E67-4B2B-BCEA-789D402E6468}" dt="2023-12-11T00:59:47.825" v="22" actId="1076"/>
          <ac:spMkLst>
            <pc:docMk/>
            <pc:sldMk cId="573605761" sldId="397"/>
            <ac:spMk id="2" creationId="{5A3DE830-E5CD-508C-F4B2-5BA285A39935}"/>
          </ac:spMkLst>
        </pc:spChg>
        <pc:spChg chg="mod">
          <ac:chgData name="Char Wang" userId="6b6e7535c948cbb7" providerId="LiveId" clId="{5BEE523D-7E67-4B2B-BCEA-789D402E6468}" dt="2023-12-11T01:00:21.586" v="31" actId="20577"/>
          <ac:spMkLst>
            <pc:docMk/>
            <pc:sldMk cId="573605761" sldId="397"/>
            <ac:spMk id="3" creationId="{00000000-0000-0000-0000-000000000000}"/>
          </ac:spMkLst>
        </pc:spChg>
        <pc:spChg chg="add mod">
          <ac:chgData name="Char Wang" userId="6b6e7535c948cbb7" providerId="LiveId" clId="{5BEE523D-7E67-4B2B-BCEA-789D402E6468}" dt="2023-12-11T00:59:57.833" v="25" actId="207"/>
          <ac:spMkLst>
            <pc:docMk/>
            <pc:sldMk cId="573605761" sldId="397"/>
            <ac:spMk id="4" creationId="{8C527A9C-A541-9622-995E-7503E8F5F89F}"/>
          </ac:spMkLst>
        </pc:spChg>
        <pc:spChg chg="add mod">
          <ac:chgData name="Char Wang" userId="6b6e7535c948cbb7" providerId="LiveId" clId="{5BEE523D-7E67-4B2B-BCEA-789D402E6468}" dt="2023-12-11T01:00:07.846" v="28" actId="207"/>
          <ac:spMkLst>
            <pc:docMk/>
            <pc:sldMk cId="573605761" sldId="397"/>
            <ac:spMk id="5" creationId="{AA2CAEDB-B718-8956-157C-E5F122057969}"/>
          </ac:spMkLst>
        </pc:spChg>
        <pc:spChg chg="mod">
          <ac:chgData name="Char Wang" userId="6b6e7535c948cbb7" providerId="LiveId" clId="{5BEE523D-7E67-4B2B-BCEA-789D402E6468}" dt="2023-12-11T00:58:05.768" v="16" actId="113"/>
          <ac:spMkLst>
            <pc:docMk/>
            <pc:sldMk cId="573605761" sldId="397"/>
            <ac:spMk id="12" creationId="{4ECC0C50-8A55-5214-B373-B6D5122ABD3C}"/>
          </ac:spMkLst>
        </pc:spChg>
        <pc:spChg chg="mod">
          <ac:chgData name="Char Wang" userId="6b6e7535c948cbb7" providerId="LiveId" clId="{5BEE523D-7E67-4B2B-BCEA-789D402E6468}" dt="2023-12-11T00:58:08.451" v="17" actId="113"/>
          <ac:spMkLst>
            <pc:docMk/>
            <pc:sldMk cId="573605761" sldId="397"/>
            <ac:spMk id="13" creationId="{95B44A22-E692-9148-517F-C2FF8EEE0805}"/>
          </ac:spMkLst>
        </pc:spChg>
        <pc:spChg chg="mod">
          <ac:chgData name="Char Wang" userId="6b6e7535c948cbb7" providerId="LiveId" clId="{5BEE523D-7E67-4B2B-BCEA-789D402E6468}" dt="2023-12-11T00:59:34.507" v="20" actId="1076"/>
          <ac:spMkLst>
            <pc:docMk/>
            <pc:sldMk cId="573605761" sldId="397"/>
            <ac:spMk id="15" creationId="{E7521266-C715-9408-2F9F-91830DB6D88A}"/>
          </ac:spMkLst>
        </pc:spChg>
      </pc:sldChg>
      <pc:sldChg chg="addSp delSp modSp add mod">
        <pc:chgData name="Char Wang" userId="6b6e7535c948cbb7" providerId="LiveId" clId="{5BEE523D-7E67-4B2B-BCEA-789D402E6468}" dt="2023-12-11T03:28:43.758" v="406" actId="14100"/>
        <pc:sldMkLst>
          <pc:docMk/>
          <pc:sldMk cId="3890449773" sldId="398"/>
        </pc:sldMkLst>
        <pc:spChg chg="del">
          <ac:chgData name="Char Wang" userId="6b6e7535c948cbb7" providerId="LiveId" clId="{5BEE523D-7E67-4B2B-BCEA-789D402E6468}" dt="2023-12-11T03:25:19.579" v="156" actId="478"/>
          <ac:spMkLst>
            <pc:docMk/>
            <pc:sldMk cId="3890449773" sldId="398"/>
            <ac:spMk id="2" creationId="{5A3DE830-E5CD-508C-F4B2-5BA285A39935}"/>
          </ac:spMkLst>
        </pc:spChg>
        <pc:spChg chg="mod">
          <ac:chgData name="Char Wang" userId="6b6e7535c948cbb7" providerId="LiveId" clId="{5BEE523D-7E67-4B2B-BCEA-789D402E6468}" dt="2023-12-11T03:25:27.523" v="158" actId="207"/>
          <ac:spMkLst>
            <pc:docMk/>
            <pc:sldMk cId="3890449773" sldId="398"/>
            <ac:spMk id="3" creationId="{00000000-0000-0000-0000-000000000000}"/>
          </ac:spMkLst>
        </pc:spChg>
        <pc:spChg chg="del">
          <ac:chgData name="Char Wang" userId="6b6e7535c948cbb7" providerId="LiveId" clId="{5BEE523D-7E67-4B2B-BCEA-789D402E6468}" dt="2023-12-11T03:25:19.579" v="156" actId="478"/>
          <ac:spMkLst>
            <pc:docMk/>
            <pc:sldMk cId="3890449773" sldId="398"/>
            <ac:spMk id="4" creationId="{8C527A9C-A541-9622-995E-7503E8F5F89F}"/>
          </ac:spMkLst>
        </pc:spChg>
        <pc:spChg chg="del">
          <ac:chgData name="Char Wang" userId="6b6e7535c948cbb7" providerId="LiveId" clId="{5BEE523D-7E67-4B2B-BCEA-789D402E6468}" dt="2023-12-11T03:25:19.579" v="156" actId="478"/>
          <ac:spMkLst>
            <pc:docMk/>
            <pc:sldMk cId="3890449773" sldId="398"/>
            <ac:spMk id="5" creationId="{AA2CAEDB-B718-8956-157C-E5F122057969}"/>
          </ac:spMkLst>
        </pc:spChg>
        <pc:spChg chg="add mod">
          <ac:chgData name="Char Wang" userId="6b6e7535c948cbb7" providerId="LiveId" clId="{5BEE523D-7E67-4B2B-BCEA-789D402E6468}" dt="2023-12-11T03:28:43.758" v="406" actId="14100"/>
          <ac:spMkLst>
            <pc:docMk/>
            <pc:sldMk cId="3890449773" sldId="398"/>
            <ac:spMk id="6" creationId="{0F493904-ECFE-F1BC-8E50-6D5E3C1B5A43}"/>
          </ac:spMkLst>
        </pc:spChg>
        <pc:spChg chg="del">
          <ac:chgData name="Char Wang" userId="6b6e7535c948cbb7" providerId="LiveId" clId="{5BEE523D-7E67-4B2B-BCEA-789D402E6468}" dt="2023-12-11T03:25:19.579" v="156" actId="478"/>
          <ac:spMkLst>
            <pc:docMk/>
            <pc:sldMk cId="3890449773" sldId="398"/>
            <ac:spMk id="12" creationId="{4ECC0C50-8A55-5214-B373-B6D5122ABD3C}"/>
          </ac:spMkLst>
        </pc:spChg>
        <pc:spChg chg="del">
          <ac:chgData name="Char Wang" userId="6b6e7535c948cbb7" providerId="LiveId" clId="{5BEE523D-7E67-4B2B-BCEA-789D402E6468}" dt="2023-12-11T03:25:19.579" v="156" actId="478"/>
          <ac:spMkLst>
            <pc:docMk/>
            <pc:sldMk cId="3890449773" sldId="398"/>
            <ac:spMk id="13" creationId="{95B44A22-E692-9148-517F-C2FF8EEE0805}"/>
          </ac:spMkLst>
        </pc:spChg>
        <pc:spChg chg="del">
          <ac:chgData name="Char Wang" userId="6b6e7535c948cbb7" providerId="LiveId" clId="{5BEE523D-7E67-4B2B-BCEA-789D402E6468}" dt="2023-12-11T03:25:19.579" v="156" actId="478"/>
          <ac:spMkLst>
            <pc:docMk/>
            <pc:sldMk cId="3890449773" sldId="398"/>
            <ac:spMk id="15" creationId="{E7521266-C715-9408-2F9F-91830DB6D88A}"/>
          </ac:spMkLst>
        </pc:spChg>
      </pc:sldChg>
      <pc:sldChg chg="addSp delSp modSp add mod">
        <pc:chgData name="Char Wang" userId="6b6e7535c948cbb7" providerId="LiveId" clId="{5BEE523D-7E67-4B2B-BCEA-789D402E6468}" dt="2023-12-11T03:44:26.193" v="692" actId="20577"/>
        <pc:sldMkLst>
          <pc:docMk/>
          <pc:sldMk cId="4247984841" sldId="399"/>
        </pc:sldMkLst>
        <pc:spChg chg="del">
          <ac:chgData name="Char Wang" userId="6b6e7535c948cbb7" providerId="LiveId" clId="{5BEE523D-7E67-4B2B-BCEA-789D402E6468}" dt="2023-12-11T03:35:45.338" v="408" actId="478"/>
          <ac:spMkLst>
            <pc:docMk/>
            <pc:sldMk cId="4247984841" sldId="399"/>
            <ac:spMk id="2" creationId="{5A3DE830-E5CD-508C-F4B2-5BA285A39935}"/>
          </ac:spMkLst>
        </pc:spChg>
        <pc:spChg chg="mod">
          <ac:chgData name="Char Wang" userId="6b6e7535c948cbb7" providerId="LiveId" clId="{5BEE523D-7E67-4B2B-BCEA-789D402E6468}" dt="2023-12-11T03:44:26.193" v="692" actId="20577"/>
          <ac:spMkLst>
            <pc:docMk/>
            <pc:sldMk cId="4247984841" sldId="399"/>
            <ac:spMk id="3" creationId="{00000000-0000-0000-0000-000000000000}"/>
          </ac:spMkLst>
        </pc:spChg>
        <pc:spChg chg="del">
          <ac:chgData name="Char Wang" userId="6b6e7535c948cbb7" providerId="LiveId" clId="{5BEE523D-7E67-4B2B-BCEA-789D402E6468}" dt="2023-12-11T03:35:45.338" v="408" actId="478"/>
          <ac:spMkLst>
            <pc:docMk/>
            <pc:sldMk cId="4247984841" sldId="399"/>
            <ac:spMk id="4" creationId="{8C527A9C-A541-9622-995E-7503E8F5F89F}"/>
          </ac:spMkLst>
        </pc:spChg>
        <pc:spChg chg="del">
          <ac:chgData name="Char Wang" userId="6b6e7535c948cbb7" providerId="LiveId" clId="{5BEE523D-7E67-4B2B-BCEA-789D402E6468}" dt="2023-12-11T03:35:45.338" v="408" actId="478"/>
          <ac:spMkLst>
            <pc:docMk/>
            <pc:sldMk cId="4247984841" sldId="399"/>
            <ac:spMk id="5" creationId="{AA2CAEDB-B718-8956-157C-E5F122057969}"/>
          </ac:spMkLst>
        </pc:spChg>
        <pc:spChg chg="add mod">
          <ac:chgData name="Char Wang" userId="6b6e7535c948cbb7" providerId="LiveId" clId="{5BEE523D-7E67-4B2B-BCEA-789D402E6468}" dt="2023-12-11T03:41:37.776" v="555" actId="1076"/>
          <ac:spMkLst>
            <pc:docMk/>
            <pc:sldMk cId="4247984841" sldId="399"/>
            <ac:spMk id="8" creationId="{77E7EFE8-3093-B0C5-35C4-DB0FC5ECC352}"/>
          </ac:spMkLst>
        </pc:spChg>
        <pc:spChg chg="add mod">
          <ac:chgData name="Char Wang" userId="6b6e7535c948cbb7" providerId="LiveId" clId="{5BEE523D-7E67-4B2B-BCEA-789D402E6468}" dt="2023-12-11T03:41:12.522" v="554" actId="113"/>
          <ac:spMkLst>
            <pc:docMk/>
            <pc:sldMk cId="4247984841" sldId="399"/>
            <ac:spMk id="9" creationId="{4EB6D431-F0C7-7C90-12D5-BFBD393EE5E7}"/>
          </ac:spMkLst>
        </pc:spChg>
        <pc:spChg chg="add mod">
          <ac:chgData name="Char Wang" userId="6b6e7535c948cbb7" providerId="LiveId" clId="{5BEE523D-7E67-4B2B-BCEA-789D402E6468}" dt="2023-12-11T03:41:54.505" v="559" actId="208"/>
          <ac:spMkLst>
            <pc:docMk/>
            <pc:sldMk cId="4247984841" sldId="399"/>
            <ac:spMk id="10" creationId="{1808212F-6638-565F-2B88-B03E246E1018}"/>
          </ac:spMkLst>
        </pc:spChg>
        <pc:spChg chg="add mod">
          <ac:chgData name="Char Wang" userId="6b6e7535c948cbb7" providerId="LiveId" clId="{5BEE523D-7E67-4B2B-BCEA-789D402E6468}" dt="2023-12-11T03:44:13.218" v="682" actId="113"/>
          <ac:spMkLst>
            <pc:docMk/>
            <pc:sldMk cId="4247984841" sldId="399"/>
            <ac:spMk id="11" creationId="{2DBEE52C-F183-4676-EB82-3FB4BBCF535A}"/>
          </ac:spMkLst>
        </pc:spChg>
        <pc:spChg chg="del">
          <ac:chgData name="Char Wang" userId="6b6e7535c948cbb7" providerId="LiveId" clId="{5BEE523D-7E67-4B2B-BCEA-789D402E6468}" dt="2023-12-11T03:35:45.338" v="408" actId="478"/>
          <ac:spMkLst>
            <pc:docMk/>
            <pc:sldMk cId="4247984841" sldId="399"/>
            <ac:spMk id="12" creationId="{4ECC0C50-8A55-5214-B373-B6D5122ABD3C}"/>
          </ac:spMkLst>
        </pc:spChg>
        <pc:spChg chg="del">
          <ac:chgData name="Char Wang" userId="6b6e7535c948cbb7" providerId="LiveId" clId="{5BEE523D-7E67-4B2B-BCEA-789D402E6468}" dt="2023-12-11T03:35:45.338" v="408" actId="478"/>
          <ac:spMkLst>
            <pc:docMk/>
            <pc:sldMk cId="4247984841" sldId="399"/>
            <ac:spMk id="13" creationId="{95B44A22-E692-9148-517F-C2FF8EEE0805}"/>
          </ac:spMkLst>
        </pc:spChg>
        <pc:spChg chg="del">
          <ac:chgData name="Char Wang" userId="6b6e7535c948cbb7" providerId="LiveId" clId="{5BEE523D-7E67-4B2B-BCEA-789D402E6468}" dt="2023-12-11T03:35:45.338" v="408" actId="478"/>
          <ac:spMkLst>
            <pc:docMk/>
            <pc:sldMk cId="4247984841" sldId="399"/>
            <ac:spMk id="15" creationId="{E7521266-C715-9408-2F9F-91830DB6D88A}"/>
          </ac:spMkLst>
        </pc:spChg>
        <pc:picChg chg="add mod">
          <ac:chgData name="Char Wang" userId="6b6e7535c948cbb7" providerId="LiveId" clId="{5BEE523D-7E67-4B2B-BCEA-789D402E6468}" dt="2023-12-11T03:39:09.200" v="433" actId="1076"/>
          <ac:picMkLst>
            <pc:docMk/>
            <pc:sldMk cId="4247984841" sldId="399"/>
            <ac:picMk id="7" creationId="{74E2731B-55D4-4717-2455-F949FFBAF762}"/>
          </ac:picMkLst>
        </pc:picChg>
      </pc:sldChg>
    </pc:docChg>
  </pc:docChgLst>
  <pc:docChgLst>
    <pc:chgData name="Char Wang" userId="6b6e7535c948cbb7" providerId="LiveId" clId="{4242900C-9804-4BED-8360-227A5ED71F2B}"/>
    <pc:docChg chg="undo custSel addSld delSld modSld">
      <pc:chgData name="Char Wang" userId="6b6e7535c948cbb7" providerId="LiveId" clId="{4242900C-9804-4BED-8360-227A5ED71F2B}" dt="2023-12-10T00:20:24.145" v="798" actId="20577"/>
      <pc:docMkLst>
        <pc:docMk/>
      </pc:docMkLst>
      <pc:sldChg chg="modSp mod">
        <pc:chgData name="Char Wang" userId="6b6e7535c948cbb7" providerId="LiveId" clId="{4242900C-9804-4BED-8360-227A5ED71F2B}" dt="2023-12-09T22:40:52.385" v="56" actId="20577"/>
        <pc:sldMkLst>
          <pc:docMk/>
          <pc:sldMk cId="3173827484" sldId="367"/>
        </pc:sldMkLst>
        <pc:spChg chg="mod">
          <ac:chgData name="Char Wang" userId="6b6e7535c948cbb7" providerId="LiveId" clId="{4242900C-9804-4BED-8360-227A5ED71F2B}" dt="2023-12-09T22:40:52.385" v="56" actId="20577"/>
          <ac:spMkLst>
            <pc:docMk/>
            <pc:sldMk cId="3173827484" sldId="367"/>
            <ac:spMk id="2" creationId="{00000000-0000-0000-0000-000000000000}"/>
          </ac:spMkLst>
        </pc:spChg>
      </pc:sldChg>
      <pc:sldChg chg="addSp delSp modSp mod">
        <pc:chgData name="Char Wang" userId="6b6e7535c948cbb7" providerId="LiveId" clId="{4242900C-9804-4BED-8360-227A5ED71F2B}" dt="2023-12-09T22:49:42.181" v="103" actId="20577"/>
        <pc:sldMkLst>
          <pc:docMk/>
          <pc:sldMk cId="1614152661" sldId="388"/>
        </pc:sldMkLst>
        <pc:spChg chg="del">
          <ac:chgData name="Char Wang" userId="6b6e7535c948cbb7" providerId="LiveId" clId="{4242900C-9804-4BED-8360-227A5ED71F2B}" dt="2023-12-09T22:47:12.627" v="69" actId="478"/>
          <ac:spMkLst>
            <pc:docMk/>
            <pc:sldMk cId="1614152661" sldId="388"/>
            <ac:spMk id="2" creationId="{00000000-0000-0000-0000-000000000000}"/>
          </ac:spMkLst>
        </pc:spChg>
        <pc:spChg chg="mod">
          <ac:chgData name="Char Wang" userId="6b6e7535c948cbb7" providerId="LiveId" clId="{4242900C-9804-4BED-8360-227A5ED71F2B}" dt="2023-12-09T22:49:42.181" v="103" actId="20577"/>
          <ac:spMkLst>
            <pc:docMk/>
            <pc:sldMk cId="1614152661" sldId="388"/>
            <ac:spMk id="3" creationId="{00000000-0000-0000-0000-000000000000}"/>
          </ac:spMkLst>
        </pc:spChg>
        <pc:spChg chg="add mod">
          <ac:chgData name="Char Wang" userId="6b6e7535c948cbb7" providerId="LiveId" clId="{4242900C-9804-4BED-8360-227A5ED71F2B}" dt="2023-12-09T22:49:22.221" v="91" actId="113"/>
          <ac:spMkLst>
            <pc:docMk/>
            <pc:sldMk cId="1614152661" sldId="388"/>
            <ac:spMk id="4" creationId="{CB76C88F-E058-F1F7-F131-42F40AEB6EA8}"/>
          </ac:spMkLst>
        </pc:spChg>
        <pc:spChg chg="del">
          <ac:chgData name="Char Wang" userId="6b6e7535c948cbb7" providerId="LiveId" clId="{4242900C-9804-4BED-8360-227A5ED71F2B}" dt="2023-12-09T22:47:12.627" v="69" actId="478"/>
          <ac:spMkLst>
            <pc:docMk/>
            <pc:sldMk cId="1614152661" sldId="388"/>
            <ac:spMk id="7" creationId="{FD3E4DFC-A358-D1A7-17BA-66A8925BDA4E}"/>
          </ac:spMkLst>
        </pc:spChg>
        <pc:spChg chg="del">
          <ac:chgData name="Char Wang" userId="6b6e7535c948cbb7" providerId="LiveId" clId="{4242900C-9804-4BED-8360-227A5ED71F2B}" dt="2023-12-09T22:47:12.627" v="69" actId="478"/>
          <ac:spMkLst>
            <pc:docMk/>
            <pc:sldMk cId="1614152661" sldId="388"/>
            <ac:spMk id="9" creationId="{F9C5B241-69D2-DCD9-2539-B934AE5ADCCF}"/>
          </ac:spMkLst>
        </pc:spChg>
        <pc:spChg chg="del">
          <ac:chgData name="Char Wang" userId="6b6e7535c948cbb7" providerId="LiveId" clId="{4242900C-9804-4BED-8360-227A5ED71F2B}" dt="2023-12-09T22:47:12.627" v="69" actId="478"/>
          <ac:spMkLst>
            <pc:docMk/>
            <pc:sldMk cId="1614152661" sldId="388"/>
            <ac:spMk id="17" creationId="{0756A7CE-8DFE-CFDD-ADE1-9F70FE11C77F}"/>
          </ac:spMkLst>
        </pc:spChg>
        <pc:spChg chg="del">
          <ac:chgData name="Char Wang" userId="6b6e7535c948cbb7" providerId="LiveId" clId="{4242900C-9804-4BED-8360-227A5ED71F2B}" dt="2023-12-09T22:47:12.627" v="69" actId="478"/>
          <ac:spMkLst>
            <pc:docMk/>
            <pc:sldMk cId="1614152661" sldId="388"/>
            <ac:spMk id="21" creationId="{CDDD2E27-297C-8C08-475F-997D4505F942}"/>
          </ac:spMkLst>
        </pc:spChg>
        <pc:spChg chg="del">
          <ac:chgData name="Char Wang" userId="6b6e7535c948cbb7" providerId="LiveId" clId="{4242900C-9804-4BED-8360-227A5ED71F2B}" dt="2023-12-09T22:47:12.627" v="69" actId="478"/>
          <ac:spMkLst>
            <pc:docMk/>
            <pc:sldMk cId="1614152661" sldId="388"/>
            <ac:spMk id="29" creationId="{760A4899-62D8-5C4F-BB1E-1445464A2F86}"/>
          </ac:spMkLst>
        </pc:spChg>
        <pc:spChg chg="del">
          <ac:chgData name="Char Wang" userId="6b6e7535c948cbb7" providerId="LiveId" clId="{4242900C-9804-4BED-8360-227A5ED71F2B}" dt="2023-12-09T22:47:12.627" v="69" actId="478"/>
          <ac:spMkLst>
            <pc:docMk/>
            <pc:sldMk cId="1614152661" sldId="388"/>
            <ac:spMk id="30" creationId="{DF45B66F-240B-DE2D-29FE-EBEE7E87323B}"/>
          </ac:spMkLst>
        </pc:spChg>
        <pc:spChg chg="del">
          <ac:chgData name="Char Wang" userId="6b6e7535c948cbb7" providerId="LiveId" clId="{4242900C-9804-4BED-8360-227A5ED71F2B}" dt="2023-12-09T22:47:12.627" v="69" actId="478"/>
          <ac:spMkLst>
            <pc:docMk/>
            <pc:sldMk cId="1614152661" sldId="388"/>
            <ac:spMk id="31" creationId="{FFF3E970-C203-B8A4-83FE-2C2323508078}"/>
          </ac:spMkLst>
        </pc:spChg>
        <pc:spChg chg="del">
          <ac:chgData name="Char Wang" userId="6b6e7535c948cbb7" providerId="LiveId" clId="{4242900C-9804-4BED-8360-227A5ED71F2B}" dt="2023-12-09T22:47:12.627" v="69" actId="478"/>
          <ac:spMkLst>
            <pc:docMk/>
            <pc:sldMk cId="1614152661" sldId="388"/>
            <ac:spMk id="41" creationId="{4A45B59E-C506-14AE-8208-861FAFC5E0F6}"/>
          </ac:spMkLst>
        </pc:spChg>
        <pc:spChg chg="del">
          <ac:chgData name="Char Wang" userId="6b6e7535c948cbb7" providerId="LiveId" clId="{4242900C-9804-4BED-8360-227A5ED71F2B}" dt="2023-12-09T22:47:12.627" v="69" actId="478"/>
          <ac:spMkLst>
            <pc:docMk/>
            <pc:sldMk cId="1614152661" sldId="388"/>
            <ac:spMk id="42" creationId="{3E019E36-6720-DE7C-6F94-95C0FAAC660F}"/>
          </ac:spMkLst>
        </pc:spChg>
        <pc:spChg chg="del">
          <ac:chgData name="Char Wang" userId="6b6e7535c948cbb7" providerId="LiveId" clId="{4242900C-9804-4BED-8360-227A5ED71F2B}" dt="2023-12-09T22:47:12.627" v="69" actId="478"/>
          <ac:spMkLst>
            <pc:docMk/>
            <pc:sldMk cId="1614152661" sldId="388"/>
            <ac:spMk id="47" creationId="{223C5BAE-91F1-6836-E2AA-4EAF57B176DC}"/>
          </ac:spMkLst>
        </pc:spChg>
        <pc:spChg chg="del">
          <ac:chgData name="Char Wang" userId="6b6e7535c948cbb7" providerId="LiveId" clId="{4242900C-9804-4BED-8360-227A5ED71F2B}" dt="2023-12-09T22:47:12.627" v="69" actId="478"/>
          <ac:spMkLst>
            <pc:docMk/>
            <pc:sldMk cId="1614152661" sldId="388"/>
            <ac:spMk id="53" creationId="{CD1A98F2-351C-5337-04B3-E847E1AA4759}"/>
          </ac:spMkLst>
        </pc:spChg>
        <pc:spChg chg="del">
          <ac:chgData name="Char Wang" userId="6b6e7535c948cbb7" providerId="LiveId" clId="{4242900C-9804-4BED-8360-227A5ED71F2B}" dt="2023-12-09T22:47:12.627" v="69" actId="478"/>
          <ac:spMkLst>
            <pc:docMk/>
            <pc:sldMk cId="1614152661" sldId="388"/>
            <ac:spMk id="60" creationId="{6897C59D-B2D6-CEB3-2CB1-FF26926C7D28}"/>
          </ac:spMkLst>
        </pc:spChg>
        <pc:spChg chg="del">
          <ac:chgData name="Char Wang" userId="6b6e7535c948cbb7" providerId="LiveId" clId="{4242900C-9804-4BED-8360-227A5ED71F2B}" dt="2023-12-09T22:47:12.627" v="69" actId="478"/>
          <ac:spMkLst>
            <pc:docMk/>
            <pc:sldMk cId="1614152661" sldId="388"/>
            <ac:spMk id="61" creationId="{1786A150-9ECA-CEAA-9AAF-1FF44E3E3C80}"/>
          </ac:spMkLst>
        </pc:spChg>
        <pc:spChg chg="del">
          <ac:chgData name="Char Wang" userId="6b6e7535c948cbb7" providerId="LiveId" clId="{4242900C-9804-4BED-8360-227A5ED71F2B}" dt="2023-12-09T22:47:12.627" v="69" actId="478"/>
          <ac:spMkLst>
            <pc:docMk/>
            <pc:sldMk cId="1614152661" sldId="388"/>
            <ac:spMk id="1027" creationId="{B69074BD-0F5C-E379-C279-8C02D88B6823}"/>
          </ac:spMkLst>
        </pc:spChg>
        <pc:spChg chg="del">
          <ac:chgData name="Char Wang" userId="6b6e7535c948cbb7" providerId="LiveId" clId="{4242900C-9804-4BED-8360-227A5ED71F2B}" dt="2023-12-09T22:47:12.627" v="69" actId="478"/>
          <ac:spMkLst>
            <pc:docMk/>
            <pc:sldMk cId="1614152661" sldId="388"/>
            <ac:spMk id="1028" creationId="{5E8D69D8-1615-DF17-2E0D-80F407B2556B}"/>
          </ac:spMkLst>
        </pc:spChg>
        <pc:spChg chg="del">
          <ac:chgData name="Char Wang" userId="6b6e7535c948cbb7" providerId="LiveId" clId="{4242900C-9804-4BED-8360-227A5ED71F2B}" dt="2023-12-09T22:47:15.433" v="70" actId="478"/>
          <ac:spMkLst>
            <pc:docMk/>
            <pc:sldMk cId="1614152661" sldId="388"/>
            <ac:spMk id="1029" creationId="{0536FF61-B739-DEB1-6E67-A7459B5CC1C3}"/>
          </ac:spMkLst>
        </pc:spChg>
        <pc:spChg chg="del">
          <ac:chgData name="Char Wang" userId="6b6e7535c948cbb7" providerId="LiveId" clId="{4242900C-9804-4BED-8360-227A5ED71F2B}" dt="2023-12-09T22:47:12.627" v="69" actId="478"/>
          <ac:spMkLst>
            <pc:docMk/>
            <pc:sldMk cId="1614152661" sldId="388"/>
            <ac:spMk id="1038" creationId="{957BF80E-0DB7-C09E-ED88-40FDB8E5FBCD}"/>
          </ac:spMkLst>
        </pc:spChg>
        <pc:grpChg chg="del">
          <ac:chgData name="Char Wang" userId="6b6e7535c948cbb7" providerId="LiveId" clId="{4242900C-9804-4BED-8360-227A5ED71F2B}" dt="2023-12-09T22:47:12.627" v="69" actId="478"/>
          <ac:grpSpMkLst>
            <pc:docMk/>
            <pc:sldMk cId="1614152661" sldId="388"/>
            <ac:grpSpMk id="1032" creationId="{92A061BD-3C32-BBA5-D770-708D938186E4}"/>
          </ac:grpSpMkLst>
        </pc:grpChg>
        <pc:picChg chg="del">
          <ac:chgData name="Char Wang" userId="6b6e7535c948cbb7" providerId="LiveId" clId="{4242900C-9804-4BED-8360-227A5ED71F2B}" dt="2023-12-09T22:47:12.627" v="69" actId="478"/>
          <ac:picMkLst>
            <pc:docMk/>
            <pc:sldMk cId="1614152661" sldId="388"/>
            <ac:picMk id="13" creationId="{1C7B88F9-50B3-089F-8188-911C4ACB7663}"/>
          </ac:picMkLst>
        </pc:picChg>
        <pc:picChg chg="del">
          <ac:chgData name="Char Wang" userId="6b6e7535c948cbb7" providerId="LiveId" clId="{4242900C-9804-4BED-8360-227A5ED71F2B}" dt="2023-12-09T22:47:12.627" v="69" actId="478"/>
          <ac:picMkLst>
            <pc:docMk/>
            <pc:sldMk cId="1614152661" sldId="388"/>
            <ac:picMk id="14" creationId="{C9788917-13AE-B853-D88E-5A10872D9EE5}"/>
          </ac:picMkLst>
        </pc:picChg>
        <pc:picChg chg="del">
          <ac:chgData name="Char Wang" userId="6b6e7535c948cbb7" providerId="LiveId" clId="{4242900C-9804-4BED-8360-227A5ED71F2B}" dt="2023-12-09T22:47:12.627" v="69" actId="478"/>
          <ac:picMkLst>
            <pc:docMk/>
            <pc:sldMk cId="1614152661" sldId="388"/>
            <ac:picMk id="15" creationId="{ADFD5695-23CE-E873-DD33-215333D6F20B}"/>
          </ac:picMkLst>
        </pc:picChg>
        <pc:picChg chg="del">
          <ac:chgData name="Char Wang" userId="6b6e7535c948cbb7" providerId="LiveId" clId="{4242900C-9804-4BED-8360-227A5ED71F2B}" dt="2023-12-09T22:47:12.627" v="69" actId="478"/>
          <ac:picMkLst>
            <pc:docMk/>
            <pc:sldMk cId="1614152661" sldId="388"/>
            <ac:picMk id="24" creationId="{9170E9AD-E941-BF0B-F380-94CA305EBC2B}"/>
          </ac:picMkLst>
        </pc:picChg>
        <pc:picChg chg="del">
          <ac:chgData name="Char Wang" userId="6b6e7535c948cbb7" providerId="LiveId" clId="{4242900C-9804-4BED-8360-227A5ED71F2B}" dt="2023-12-09T22:47:12.627" v="69" actId="478"/>
          <ac:picMkLst>
            <pc:docMk/>
            <pc:sldMk cId="1614152661" sldId="388"/>
            <ac:picMk id="40" creationId="{A81A76A5-AEFB-67DB-7BF0-68D3874251EB}"/>
          </ac:picMkLst>
        </pc:picChg>
        <pc:picChg chg="del">
          <ac:chgData name="Char Wang" userId="6b6e7535c948cbb7" providerId="LiveId" clId="{4242900C-9804-4BED-8360-227A5ED71F2B}" dt="2023-12-09T22:47:12.627" v="69" actId="478"/>
          <ac:picMkLst>
            <pc:docMk/>
            <pc:sldMk cId="1614152661" sldId="388"/>
            <ac:picMk id="43" creationId="{F8AFF820-A810-B3FC-5ED4-8740A384043A}"/>
          </ac:picMkLst>
        </pc:picChg>
        <pc:picChg chg="del">
          <ac:chgData name="Char Wang" userId="6b6e7535c948cbb7" providerId="LiveId" clId="{4242900C-9804-4BED-8360-227A5ED71F2B}" dt="2023-12-09T22:47:12.627" v="69" actId="478"/>
          <ac:picMkLst>
            <pc:docMk/>
            <pc:sldMk cId="1614152661" sldId="388"/>
            <ac:picMk id="52" creationId="{63E97F36-2B66-DC40-CEF0-257777B7D041}"/>
          </ac:picMkLst>
        </pc:picChg>
        <pc:picChg chg="del">
          <ac:chgData name="Char Wang" userId="6b6e7535c948cbb7" providerId="LiveId" clId="{4242900C-9804-4BED-8360-227A5ED71F2B}" dt="2023-12-09T22:47:12.627" v="69" actId="478"/>
          <ac:picMkLst>
            <pc:docMk/>
            <pc:sldMk cId="1614152661" sldId="388"/>
            <ac:picMk id="56" creationId="{ED852851-A5CC-6C19-901E-68B22475CE64}"/>
          </ac:picMkLst>
        </pc:picChg>
        <pc:picChg chg="del">
          <ac:chgData name="Char Wang" userId="6b6e7535c948cbb7" providerId="LiveId" clId="{4242900C-9804-4BED-8360-227A5ED71F2B}" dt="2023-12-09T22:47:12.627" v="69" actId="478"/>
          <ac:picMkLst>
            <pc:docMk/>
            <pc:sldMk cId="1614152661" sldId="388"/>
            <ac:picMk id="1026" creationId="{6D073CAB-6C88-34AC-AF94-343025D741F4}"/>
          </ac:picMkLst>
        </pc:picChg>
        <pc:picChg chg="del">
          <ac:chgData name="Char Wang" userId="6b6e7535c948cbb7" providerId="LiveId" clId="{4242900C-9804-4BED-8360-227A5ED71F2B}" dt="2023-12-09T22:47:12.627" v="69" actId="478"/>
          <ac:picMkLst>
            <pc:docMk/>
            <pc:sldMk cId="1614152661" sldId="388"/>
            <ac:picMk id="1031" creationId="{27855CDA-B555-5487-FB0E-27D91C75D1F3}"/>
          </ac:picMkLst>
        </pc:picChg>
        <pc:cxnChg chg="del">
          <ac:chgData name="Char Wang" userId="6b6e7535c948cbb7" providerId="LiveId" clId="{4242900C-9804-4BED-8360-227A5ED71F2B}" dt="2023-12-09T22:47:12.627" v="69" actId="478"/>
          <ac:cxnSpMkLst>
            <pc:docMk/>
            <pc:sldMk cId="1614152661" sldId="388"/>
            <ac:cxnSpMk id="6" creationId="{1C11C3D7-5A3C-2085-4E8C-957F14E3F6B5}"/>
          </ac:cxnSpMkLst>
        </pc:cxnChg>
        <pc:cxnChg chg="del">
          <ac:chgData name="Char Wang" userId="6b6e7535c948cbb7" providerId="LiveId" clId="{4242900C-9804-4BED-8360-227A5ED71F2B}" dt="2023-12-09T22:47:12.627" v="69" actId="478"/>
          <ac:cxnSpMkLst>
            <pc:docMk/>
            <pc:sldMk cId="1614152661" sldId="388"/>
            <ac:cxnSpMk id="8" creationId="{F62B3257-CD28-7208-5758-A1B678FFCE2B}"/>
          </ac:cxnSpMkLst>
        </pc:cxnChg>
        <pc:cxnChg chg="del">
          <ac:chgData name="Char Wang" userId="6b6e7535c948cbb7" providerId="LiveId" clId="{4242900C-9804-4BED-8360-227A5ED71F2B}" dt="2023-12-09T22:47:12.627" v="69" actId="478"/>
          <ac:cxnSpMkLst>
            <pc:docMk/>
            <pc:sldMk cId="1614152661" sldId="388"/>
            <ac:cxnSpMk id="10" creationId="{459E3241-713F-7E9F-AB2E-8D1D30156C09}"/>
          </ac:cxnSpMkLst>
        </pc:cxnChg>
        <pc:cxnChg chg="del">
          <ac:chgData name="Char Wang" userId="6b6e7535c948cbb7" providerId="LiveId" clId="{4242900C-9804-4BED-8360-227A5ED71F2B}" dt="2023-12-09T22:47:12.627" v="69" actId="478"/>
          <ac:cxnSpMkLst>
            <pc:docMk/>
            <pc:sldMk cId="1614152661" sldId="388"/>
            <ac:cxnSpMk id="25" creationId="{E02D7C4C-9299-05CA-9AA8-2C3E5ED69059}"/>
          </ac:cxnSpMkLst>
        </pc:cxnChg>
        <pc:cxnChg chg="del">
          <ac:chgData name="Char Wang" userId="6b6e7535c948cbb7" providerId="LiveId" clId="{4242900C-9804-4BED-8360-227A5ED71F2B}" dt="2023-12-09T22:47:12.627" v="69" actId="478"/>
          <ac:cxnSpMkLst>
            <pc:docMk/>
            <pc:sldMk cId="1614152661" sldId="388"/>
            <ac:cxnSpMk id="44" creationId="{216B4417-769D-358F-2AF8-118E6BF8EC5F}"/>
          </ac:cxnSpMkLst>
        </pc:cxnChg>
        <pc:cxnChg chg="del">
          <ac:chgData name="Char Wang" userId="6b6e7535c948cbb7" providerId="LiveId" clId="{4242900C-9804-4BED-8360-227A5ED71F2B}" dt="2023-12-09T22:47:12.627" v="69" actId="478"/>
          <ac:cxnSpMkLst>
            <pc:docMk/>
            <pc:sldMk cId="1614152661" sldId="388"/>
            <ac:cxnSpMk id="48" creationId="{9BF0DF28-B581-A8D9-718A-0369ECB6DDC0}"/>
          </ac:cxnSpMkLst>
        </pc:cxnChg>
        <pc:cxnChg chg="del">
          <ac:chgData name="Char Wang" userId="6b6e7535c948cbb7" providerId="LiveId" clId="{4242900C-9804-4BED-8360-227A5ED71F2B}" dt="2023-12-09T22:47:12.627" v="69" actId="478"/>
          <ac:cxnSpMkLst>
            <pc:docMk/>
            <pc:sldMk cId="1614152661" sldId="388"/>
            <ac:cxnSpMk id="54" creationId="{0934B94A-8228-D641-DCD3-DFE629093732}"/>
          </ac:cxnSpMkLst>
        </pc:cxnChg>
        <pc:cxnChg chg="del">
          <ac:chgData name="Char Wang" userId="6b6e7535c948cbb7" providerId="LiveId" clId="{4242900C-9804-4BED-8360-227A5ED71F2B}" dt="2023-12-09T22:47:12.627" v="69" actId="478"/>
          <ac:cxnSpMkLst>
            <pc:docMk/>
            <pc:sldMk cId="1614152661" sldId="388"/>
            <ac:cxnSpMk id="57" creationId="{0EBA9C4F-A31F-23B9-A6DB-8C8DE1C5E696}"/>
          </ac:cxnSpMkLst>
        </pc:cxnChg>
        <pc:cxnChg chg="del">
          <ac:chgData name="Char Wang" userId="6b6e7535c948cbb7" providerId="LiveId" clId="{4242900C-9804-4BED-8360-227A5ED71F2B}" dt="2023-12-09T22:47:12.627" v="69" actId="478"/>
          <ac:cxnSpMkLst>
            <pc:docMk/>
            <pc:sldMk cId="1614152661" sldId="388"/>
            <ac:cxnSpMk id="63" creationId="{E77CB5AC-6CC9-A66B-1131-D6AD5AFE8863}"/>
          </ac:cxnSpMkLst>
        </pc:cxnChg>
        <pc:cxnChg chg="del">
          <ac:chgData name="Char Wang" userId="6b6e7535c948cbb7" providerId="LiveId" clId="{4242900C-9804-4BED-8360-227A5ED71F2B}" dt="2023-12-09T22:47:12.627" v="69" actId="478"/>
          <ac:cxnSpMkLst>
            <pc:docMk/>
            <pc:sldMk cId="1614152661" sldId="388"/>
            <ac:cxnSpMk id="1025" creationId="{C0E37A8D-83E7-F427-18DB-0C0B70362BD0}"/>
          </ac:cxnSpMkLst>
        </pc:cxnChg>
      </pc:sldChg>
      <pc:sldChg chg="del">
        <pc:chgData name="Char Wang" userId="6b6e7535c948cbb7" providerId="LiveId" clId="{4242900C-9804-4BED-8360-227A5ED71F2B}" dt="2023-12-09T22:39:32.404" v="2" actId="47"/>
        <pc:sldMkLst>
          <pc:docMk/>
          <pc:sldMk cId="2354613656" sldId="389"/>
        </pc:sldMkLst>
      </pc:sldChg>
      <pc:sldChg chg="addSp delSp modSp add mod">
        <pc:chgData name="Char Wang" userId="6b6e7535c948cbb7" providerId="LiveId" clId="{4242900C-9804-4BED-8360-227A5ED71F2B}" dt="2023-12-09T22:51:05.880" v="112" actId="208"/>
        <pc:sldMkLst>
          <pc:docMk/>
          <pc:sldMk cId="4046713288" sldId="389"/>
        </pc:sldMkLst>
        <pc:spChg chg="del">
          <ac:chgData name="Char Wang" userId="6b6e7535c948cbb7" providerId="LiveId" clId="{4242900C-9804-4BED-8360-227A5ED71F2B}" dt="2023-12-09T22:49:50.584" v="104" actId="478"/>
          <ac:spMkLst>
            <pc:docMk/>
            <pc:sldMk cId="4046713288" sldId="389"/>
            <ac:spMk id="4" creationId="{CB76C88F-E058-F1F7-F131-42F40AEB6EA8}"/>
          </ac:spMkLst>
        </pc:spChg>
        <pc:spChg chg="add mod">
          <ac:chgData name="Char Wang" userId="6b6e7535c948cbb7" providerId="LiveId" clId="{4242900C-9804-4BED-8360-227A5ED71F2B}" dt="2023-12-09T22:51:05.880" v="112" actId="208"/>
          <ac:spMkLst>
            <pc:docMk/>
            <pc:sldMk cId="4046713288" sldId="389"/>
            <ac:spMk id="6" creationId="{C9EDE237-EDCA-B846-EA43-4A9A7E97871C}"/>
          </ac:spMkLst>
        </pc:spChg>
        <pc:picChg chg="add mod">
          <ac:chgData name="Char Wang" userId="6b6e7535c948cbb7" providerId="LiveId" clId="{4242900C-9804-4BED-8360-227A5ED71F2B}" dt="2023-12-09T22:50:44.188" v="107" actId="1076"/>
          <ac:picMkLst>
            <pc:docMk/>
            <pc:sldMk cId="4046713288" sldId="389"/>
            <ac:picMk id="5" creationId="{24B08932-0634-A836-2F09-E3392E5A4973}"/>
          </ac:picMkLst>
        </pc:picChg>
      </pc:sldChg>
      <pc:sldChg chg="addSp delSp modSp add mod">
        <pc:chgData name="Char Wang" userId="6b6e7535c948cbb7" providerId="LiveId" clId="{4242900C-9804-4BED-8360-227A5ED71F2B}" dt="2023-12-09T22:59:27.899" v="199" actId="20577"/>
        <pc:sldMkLst>
          <pc:docMk/>
          <pc:sldMk cId="793519318" sldId="390"/>
        </pc:sldMkLst>
        <pc:spChg chg="mod">
          <ac:chgData name="Char Wang" userId="6b6e7535c948cbb7" providerId="LiveId" clId="{4242900C-9804-4BED-8360-227A5ED71F2B}" dt="2023-12-09T22:59:27.899" v="199" actId="20577"/>
          <ac:spMkLst>
            <pc:docMk/>
            <pc:sldMk cId="793519318" sldId="390"/>
            <ac:spMk id="3" creationId="{00000000-0000-0000-0000-000000000000}"/>
          </ac:spMkLst>
        </pc:spChg>
        <pc:spChg chg="del mod">
          <ac:chgData name="Char Wang" userId="6b6e7535c948cbb7" providerId="LiveId" clId="{4242900C-9804-4BED-8360-227A5ED71F2B}" dt="2023-12-09T22:54:51.920" v="123" actId="478"/>
          <ac:spMkLst>
            <pc:docMk/>
            <pc:sldMk cId="793519318" sldId="390"/>
            <ac:spMk id="6" creationId="{C9EDE237-EDCA-B846-EA43-4A9A7E97871C}"/>
          </ac:spMkLst>
        </pc:spChg>
        <pc:spChg chg="add mod">
          <ac:chgData name="Char Wang" userId="6b6e7535c948cbb7" providerId="LiveId" clId="{4242900C-9804-4BED-8360-227A5ED71F2B}" dt="2023-12-09T22:58:06.947" v="155" actId="14100"/>
          <ac:spMkLst>
            <pc:docMk/>
            <pc:sldMk cId="793519318" sldId="390"/>
            <ac:spMk id="9" creationId="{6CC6D4ED-C3AB-7846-3CF1-698669DA341E}"/>
          </ac:spMkLst>
        </pc:spChg>
        <pc:picChg chg="add mod ord modCrop">
          <ac:chgData name="Char Wang" userId="6b6e7535c948cbb7" providerId="LiveId" clId="{4242900C-9804-4BED-8360-227A5ED71F2B}" dt="2023-12-09T22:56:45.274" v="140" actId="1076"/>
          <ac:picMkLst>
            <pc:docMk/>
            <pc:sldMk cId="793519318" sldId="390"/>
            <ac:picMk id="4" creationId="{61F39A1D-2849-9B6A-6CCB-F01C19DB2C11}"/>
          </ac:picMkLst>
        </pc:picChg>
        <pc:picChg chg="del">
          <ac:chgData name="Char Wang" userId="6b6e7535c948cbb7" providerId="LiveId" clId="{4242900C-9804-4BED-8360-227A5ED71F2B}" dt="2023-12-09T22:54:08.049" v="114" actId="478"/>
          <ac:picMkLst>
            <pc:docMk/>
            <pc:sldMk cId="793519318" sldId="390"/>
            <ac:picMk id="5" creationId="{24B08932-0634-A836-2F09-E3392E5A4973}"/>
          </ac:picMkLst>
        </pc:picChg>
        <pc:picChg chg="add del mod">
          <ac:chgData name="Char Wang" userId="6b6e7535c948cbb7" providerId="LiveId" clId="{4242900C-9804-4BED-8360-227A5ED71F2B}" dt="2023-12-09T22:56:39.005" v="137" actId="478"/>
          <ac:picMkLst>
            <pc:docMk/>
            <pc:sldMk cId="793519318" sldId="390"/>
            <ac:picMk id="8" creationId="{67CCACF3-7227-8E5B-E550-347CC4E8256D}"/>
          </ac:picMkLst>
        </pc:picChg>
      </pc:sldChg>
      <pc:sldChg chg="del">
        <pc:chgData name="Char Wang" userId="6b6e7535c948cbb7" providerId="LiveId" clId="{4242900C-9804-4BED-8360-227A5ED71F2B}" dt="2023-12-09T22:39:35.104" v="9" actId="47"/>
        <pc:sldMkLst>
          <pc:docMk/>
          <pc:sldMk cId="3304866184" sldId="390"/>
        </pc:sldMkLst>
      </pc:sldChg>
      <pc:sldChg chg="addSp delSp modSp add mod">
        <pc:chgData name="Char Wang" userId="6b6e7535c948cbb7" providerId="LiveId" clId="{4242900C-9804-4BED-8360-227A5ED71F2B}" dt="2023-12-09T23:01:55.571" v="208" actId="208"/>
        <pc:sldMkLst>
          <pc:docMk/>
          <pc:sldMk cId="782046818" sldId="391"/>
        </pc:sldMkLst>
        <pc:spChg chg="add mod">
          <ac:chgData name="Char Wang" userId="6b6e7535c948cbb7" providerId="LiveId" clId="{4242900C-9804-4BED-8360-227A5ED71F2B}" dt="2023-12-09T22:57:30.593" v="149" actId="208"/>
          <ac:spMkLst>
            <pc:docMk/>
            <pc:sldMk cId="782046818" sldId="391"/>
            <ac:spMk id="2" creationId="{1553DAB7-FA52-5132-D41A-6088EA904F25}"/>
          </ac:spMkLst>
        </pc:spChg>
        <pc:spChg chg="mod">
          <ac:chgData name="Char Wang" userId="6b6e7535c948cbb7" providerId="LiveId" clId="{4242900C-9804-4BED-8360-227A5ED71F2B}" dt="2023-12-09T22:59:34.263" v="200"/>
          <ac:spMkLst>
            <pc:docMk/>
            <pc:sldMk cId="782046818" sldId="391"/>
            <ac:spMk id="3" creationId="{00000000-0000-0000-0000-000000000000}"/>
          </ac:spMkLst>
        </pc:spChg>
        <pc:spChg chg="add mod">
          <ac:chgData name="Char Wang" userId="6b6e7535c948cbb7" providerId="LiveId" clId="{4242900C-9804-4BED-8360-227A5ED71F2B}" dt="2023-12-09T22:57:37.859" v="152" actId="14100"/>
          <ac:spMkLst>
            <pc:docMk/>
            <pc:sldMk cId="782046818" sldId="391"/>
            <ac:spMk id="5" creationId="{5B1D6A13-E638-53CC-9F82-26B5FE7C4C11}"/>
          </ac:spMkLst>
        </pc:spChg>
        <pc:spChg chg="add mod">
          <ac:chgData name="Char Wang" userId="6b6e7535c948cbb7" providerId="LiveId" clId="{4242900C-9804-4BED-8360-227A5ED71F2B}" dt="2023-12-09T22:58:16.307" v="158" actId="14100"/>
          <ac:spMkLst>
            <pc:docMk/>
            <pc:sldMk cId="782046818" sldId="391"/>
            <ac:spMk id="6" creationId="{E4EC3C57-1A10-CA5F-844F-0B236383AC7C}"/>
          </ac:spMkLst>
        </pc:spChg>
        <pc:spChg chg="add mod">
          <ac:chgData name="Char Wang" userId="6b6e7535c948cbb7" providerId="LiveId" clId="{4242900C-9804-4BED-8360-227A5ED71F2B}" dt="2023-12-09T22:58:34.948" v="162" actId="208"/>
          <ac:spMkLst>
            <pc:docMk/>
            <pc:sldMk cId="782046818" sldId="391"/>
            <ac:spMk id="7" creationId="{E801808C-BA89-5247-0D86-1BD9C2A77DE6}"/>
          </ac:spMkLst>
        </pc:spChg>
        <pc:spChg chg="add mod">
          <ac:chgData name="Char Wang" userId="6b6e7535c948cbb7" providerId="LiveId" clId="{4242900C-9804-4BED-8360-227A5ED71F2B}" dt="2023-12-09T22:58:47.851" v="167" actId="14100"/>
          <ac:spMkLst>
            <pc:docMk/>
            <pc:sldMk cId="782046818" sldId="391"/>
            <ac:spMk id="9" creationId="{AD8960B3-D49B-86D5-0EBB-4138D12A4FB1}"/>
          </ac:spMkLst>
        </pc:spChg>
        <pc:spChg chg="add mod">
          <ac:chgData name="Char Wang" userId="6b6e7535c948cbb7" providerId="LiveId" clId="{4242900C-9804-4BED-8360-227A5ED71F2B}" dt="2023-12-09T23:01:55.571" v="208" actId="208"/>
          <ac:spMkLst>
            <pc:docMk/>
            <pc:sldMk cId="782046818" sldId="391"/>
            <ac:spMk id="10" creationId="{AE9BEC58-E23F-51A6-5336-44F0BAF7F7CF}"/>
          </ac:spMkLst>
        </pc:spChg>
        <pc:picChg chg="del">
          <ac:chgData name="Char Wang" userId="6b6e7535c948cbb7" providerId="LiveId" clId="{4242900C-9804-4BED-8360-227A5ED71F2B}" dt="2023-12-09T22:56:48.025" v="141" actId="478"/>
          <ac:picMkLst>
            <pc:docMk/>
            <pc:sldMk cId="782046818" sldId="391"/>
            <ac:picMk id="4" creationId="{61F39A1D-2849-9B6A-6CCB-F01C19DB2C11}"/>
          </ac:picMkLst>
        </pc:picChg>
        <pc:picChg chg="mod">
          <ac:chgData name="Char Wang" userId="6b6e7535c948cbb7" providerId="LiveId" clId="{4242900C-9804-4BED-8360-227A5ED71F2B}" dt="2023-12-09T22:58:39.525" v="165" actId="1076"/>
          <ac:picMkLst>
            <pc:docMk/>
            <pc:sldMk cId="782046818" sldId="391"/>
            <ac:picMk id="8" creationId="{67CCACF3-7227-8E5B-E550-347CC4E8256D}"/>
          </ac:picMkLst>
        </pc:picChg>
      </pc:sldChg>
      <pc:sldChg chg="addSp delSp modSp add mod">
        <pc:chgData name="Char Wang" userId="6b6e7535c948cbb7" providerId="LiveId" clId="{4242900C-9804-4BED-8360-227A5ED71F2B}" dt="2023-12-09T23:06:08.528" v="255" actId="208"/>
        <pc:sldMkLst>
          <pc:docMk/>
          <pc:sldMk cId="3191251226" sldId="392"/>
        </pc:sldMkLst>
        <pc:spChg chg="mod">
          <ac:chgData name="Char Wang" userId="6b6e7535c948cbb7" providerId="LiveId" clId="{4242900C-9804-4BED-8360-227A5ED71F2B}" dt="2023-12-09T23:05:53.356" v="254" actId="20577"/>
          <ac:spMkLst>
            <pc:docMk/>
            <pc:sldMk cId="3191251226" sldId="392"/>
            <ac:spMk id="3" creationId="{00000000-0000-0000-0000-000000000000}"/>
          </ac:spMkLst>
        </pc:spChg>
        <pc:spChg chg="add mod">
          <ac:chgData name="Char Wang" userId="6b6e7535c948cbb7" providerId="LiveId" clId="{4242900C-9804-4BED-8360-227A5ED71F2B}" dt="2023-12-09T23:02:38.875" v="215" actId="1076"/>
          <ac:spMkLst>
            <pc:docMk/>
            <pc:sldMk cId="3191251226" sldId="392"/>
            <ac:spMk id="6" creationId="{02357CA9-5A42-ED1D-5E18-C216DAD214B7}"/>
          </ac:spMkLst>
        </pc:spChg>
        <pc:spChg chg="add del mod">
          <ac:chgData name="Char Wang" userId="6b6e7535c948cbb7" providerId="LiveId" clId="{4242900C-9804-4BED-8360-227A5ED71F2B}" dt="2023-12-09T23:02:25.904" v="214" actId="478"/>
          <ac:spMkLst>
            <pc:docMk/>
            <pc:sldMk cId="3191251226" sldId="392"/>
            <ac:spMk id="7" creationId="{28707156-5652-8790-692E-D50FA2BE8331}"/>
          </ac:spMkLst>
        </pc:spChg>
        <pc:spChg chg="del">
          <ac:chgData name="Char Wang" userId="6b6e7535c948cbb7" providerId="LiveId" clId="{4242900C-9804-4BED-8360-227A5ED71F2B}" dt="2023-12-09T23:01:29.086" v="202" actId="478"/>
          <ac:spMkLst>
            <pc:docMk/>
            <pc:sldMk cId="3191251226" sldId="392"/>
            <ac:spMk id="9" creationId="{6CC6D4ED-C3AB-7846-3CF1-698669DA341E}"/>
          </ac:spMkLst>
        </pc:spChg>
        <pc:spChg chg="add mod">
          <ac:chgData name="Char Wang" userId="6b6e7535c948cbb7" providerId="LiveId" clId="{4242900C-9804-4BED-8360-227A5ED71F2B}" dt="2023-12-09T23:04:16.278" v="222" actId="208"/>
          <ac:spMkLst>
            <pc:docMk/>
            <pc:sldMk cId="3191251226" sldId="392"/>
            <ac:spMk id="11" creationId="{D62FDC6A-CDBA-B749-028F-A926F42594FB}"/>
          </ac:spMkLst>
        </pc:spChg>
        <pc:spChg chg="add mod">
          <ac:chgData name="Char Wang" userId="6b6e7535c948cbb7" providerId="LiveId" clId="{4242900C-9804-4BED-8360-227A5ED71F2B}" dt="2023-12-09T23:04:38.587" v="228" actId="1076"/>
          <ac:spMkLst>
            <pc:docMk/>
            <pc:sldMk cId="3191251226" sldId="392"/>
            <ac:spMk id="12" creationId="{E93A1604-214C-2457-EA23-D1BD9F9E81DC}"/>
          </ac:spMkLst>
        </pc:spChg>
        <pc:spChg chg="add mod">
          <ac:chgData name="Char Wang" userId="6b6e7535c948cbb7" providerId="LiveId" clId="{4242900C-9804-4BED-8360-227A5ED71F2B}" dt="2023-12-09T23:04:49.253" v="234" actId="1035"/>
          <ac:spMkLst>
            <pc:docMk/>
            <pc:sldMk cId="3191251226" sldId="392"/>
            <ac:spMk id="13" creationId="{F980BD5F-7415-F9B9-5AAF-A107757F6DBC}"/>
          </ac:spMkLst>
        </pc:spChg>
        <pc:picChg chg="del">
          <ac:chgData name="Char Wang" userId="6b6e7535c948cbb7" providerId="LiveId" clId="{4242900C-9804-4BED-8360-227A5ED71F2B}" dt="2023-12-09T23:01:29.086" v="202" actId="478"/>
          <ac:picMkLst>
            <pc:docMk/>
            <pc:sldMk cId="3191251226" sldId="392"/>
            <ac:picMk id="4" creationId="{61F39A1D-2849-9B6A-6CCB-F01C19DB2C11}"/>
          </ac:picMkLst>
        </pc:picChg>
        <pc:picChg chg="add mod">
          <ac:chgData name="Char Wang" userId="6b6e7535c948cbb7" providerId="LiveId" clId="{4242900C-9804-4BED-8360-227A5ED71F2B}" dt="2023-12-09T23:02:38.875" v="215" actId="1076"/>
          <ac:picMkLst>
            <pc:docMk/>
            <pc:sldMk cId="3191251226" sldId="392"/>
            <ac:picMk id="5" creationId="{E3321146-4492-EF99-EACA-174545581AEE}"/>
          </ac:picMkLst>
        </pc:picChg>
        <pc:picChg chg="add mod">
          <ac:chgData name="Char Wang" userId="6b6e7535c948cbb7" providerId="LiveId" clId="{4242900C-9804-4BED-8360-227A5ED71F2B}" dt="2023-12-09T23:06:08.528" v="255" actId="208"/>
          <ac:picMkLst>
            <pc:docMk/>
            <pc:sldMk cId="3191251226" sldId="392"/>
            <ac:picMk id="10" creationId="{C5EF95E6-1C00-D64F-361A-7330A67E7647}"/>
          </ac:picMkLst>
        </pc:picChg>
      </pc:sldChg>
      <pc:sldChg chg="del">
        <pc:chgData name="Char Wang" userId="6b6e7535c948cbb7" providerId="LiveId" clId="{4242900C-9804-4BED-8360-227A5ED71F2B}" dt="2023-12-09T22:39:37.970" v="17" actId="47"/>
        <pc:sldMkLst>
          <pc:docMk/>
          <pc:sldMk cId="1931004010" sldId="393"/>
        </pc:sldMkLst>
      </pc:sldChg>
      <pc:sldChg chg="addSp delSp modSp add mod">
        <pc:chgData name="Char Wang" userId="6b6e7535c948cbb7" providerId="LiveId" clId="{4242900C-9804-4BED-8360-227A5ED71F2B}" dt="2023-12-09T23:11:44.586" v="408" actId="1076"/>
        <pc:sldMkLst>
          <pc:docMk/>
          <pc:sldMk cId="3707913889" sldId="393"/>
        </pc:sldMkLst>
        <pc:spChg chg="mod">
          <ac:chgData name="Char Wang" userId="6b6e7535c948cbb7" providerId="LiveId" clId="{4242900C-9804-4BED-8360-227A5ED71F2B}" dt="2023-12-09T23:07:50.447" v="292" actId="20577"/>
          <ac:spMkLst>
            <pc:docMk/>
            <pc:sldMk cId="3707913889" sldId="393"/>
            <ac:spMk id="3" creationId="{00000000-0000-0000-0000-000000000000}"/>
          </ac:spMkLst>
        </pc:spChg>
        <pc:spChg chg="del">
          <ac:chgData name="Char Wang" userId="6b6e7535c948cbb7" providerId="LiveId" clId="{4242900C-9804-4BED-8360-227A5ED71F2B}" dt="2023-12-09T23:06:31.171" v="257" actId="478"/>
          <ac:spMkLst>
            <pc:docMk/>
            <pc:sldMk cId="3707913889" sldId="393"/>
            <ac:spMk id="6" creationId="{02357CA9-5A42-ED1D-5E18-C216DAD214B7}"/>
          </ac:spMkLst>
        </pc:spChg>
        <pc:spChg chg="add mod">
          <ac:chgData name="Char Wang" userId="6b6e7535c948cbb7" providerId="LiveId" clId="{4242900C-9804-4BED-8360-227A5ED71F2B}" dt="2023-12-09T23:08:12.210" v="295" actId="14100"/>
          <ac:spMkLst>
            <pc:docMk/>
            <pc:sldMk cId="3707913889" sldId="393"/>
            <ac:spMk id="7" creationId="{D3C304ED-1CDA-2C1C-9827-67E4F197CCB3}"/>
          </ac:spMkLst>
        </pc:spChg>
        <pc:spChg chg="add mod">
          <ac:chgData name="Char Wang" userId="6b6e7535c948cbb7" providerId="LiveId" clId="{4242900C-9804-4BED-8360-227A5ED71F2B}" dt="2023-12-09T23:09:15.625" v="303" actId="208"/>
          <ac:spMkLst>
            <pc:docMk/>
            <pc:sldMk cId="3707913889" sldId="393"/>
            <ac:spMk id="8" creationId="{22A3CC0E-9DD6-2654-918E-9252A209FF6E}"/>
          </ac:spMkLst>
        </pc:spChg>
        <pc:spChg chg="add del mod">
          <ac:chgData name="Char Wang" userId="6b6e7535c948cbb7" providerId="LiveId" clId="{4242900C-9804-4BED-8360-227A5ED71F2B}" dt="2023-12-09T23:09:10.189" v="302"/>
          <ac:spMkLst>
            <pc:docMk/>
            <pc:sldMk cId="3707913889" sldId="393"/>
            <ac:spMk id="9" creationId="{F9D69063-C229-B8CF-A0DB-92B3EEB0DC2E}"/>
          </ac:spMkLst>
        </pc:spChg>
        <pc:spChg chg="del">
          <ac:chgData name="Char Wang" userId="6b6e7535c948cbb7" providerId="LiveId" clId="{4242900C-9804-4BED-8360-227A5ED71F2B}" dt="2023-12-09T23:06:31.171" v="257" actId="478"/>
          <ac:spMkLst>
            <pc:docMk/>
            <pc:sldMk cId="3707913889" sldId="393"/>
            <ac:spMk id="11" creationId="{D62FDC6A-CDBA-B749-028F-A926F42594FB}"/>
          </ac:spMkLst>
        </pc:spChg>
        <pc:spChg chg="del">
          <ac:chgData name="Char Wang" userId="6b6e7535c948cbb7" providerId="LiveId" clId="{4242900C-9804-4BED-8360-227A5ED71F2B}" dt="2023-12-09T23:06:31.171" v="257" actId="478"/>
          <ac:spMkLst>
            <pc:docMk/>
            <pc:sldMk cId="3707913889" sldId="393"/>
            <ac:spMk id="12" creationId="{E93A1604-214C-2457-EA23-D1BD9F9E81DC}"/>
          </ac:spMkLst>
        </pc:spChg>
        <pc:spChg chg="del">
          <ac:chgData name="Char Wang" userId="6b6e7535c948cbb7" providerId="LiveId" clId="{4242900C-9804-4BED-8360-227A5ED71F2B}" dt="2023-12-09T23:06:31.171" v="257" actId="478"/>
          <ac:spMkLst>
            <pc:docMk/>
            <pc:sldMk cId="3707913889" sldId="393"/>
            <ac:spMk id="13" creationId="{F980BD5F-7415-F9B9-5AAF-A107757F6DBC}"/>
          </ac:spMkLst>
        </pc:spChg>
        <pc:spChg chg="add mod">
          <ac:chgData name="Char Wang" userId="6b6e7535c948cbb7" providerId="LiveId" clId="{4242900C-9804-4BED-8360-227A5ED71F2B}" dt="2023-12-09T23:09:30.154" v="307" actId="14100"/>
          <ac:spMkLst>
            <pc:docMk/>
            <pc:sldMk cId="3707913889" sldId="393"/>
            <ac:spMk id="14" creationId="{1B1E5715-0807-5049-A275-80F98FF26784}"/>
          </ac:spMkLst>
        </pc:spChg>
        <pc:spChg chg="add mod">
          <ac:chgData name="Char Wang" userId="6b6e7535c948cbb7" providerId="LiveId" clId="{4242900C-9804-4BED-8360-227A5ED71F2B}" dt="2023-12-09T23:11:24.155" v="404" actId="207"/>
          <ac:spMkLst>
            <pc:docMk/>
            <pc:sldMk cId="3707913889" sldId="393"/>
            <ac:spMk id="15" creationId="{2A98E789-29C6-F6B8-D18A-9639ECC07A2A}"/>
          </ac:spMkLst>
        </pc:spChg>
        <pc:picChg chg="add mod modCrop">
          <ac:chgData name="Char Wang" userId="6b6e7535c948cbb7" providerId="LiveId" clId="{4242900C-9804-4BED-8360-227A5ED71F2B}" dt="2023-12-09T23:09:50.395" v="308" actId="732"/>
          <ac:picMkLst>
            <pc:docMk/>
            <pc:sldMk cId="3707913889" sldId="393"/>
            <ac:picMk id="4" creationId="{74C28E82-4069-1FC4-2BD3-E6E2A403375B}"/>
          </ac:picMkLst>
        </pc:picChg>
        <pc:picChg chg="del">
          <ac:chgData name="Char Wang" userId="6b6e7535c948cbb7" providerId="LiveId" clId="{4242900C-9804-4BED-8360-227A5ED71F2B}" dt="2023-12-09T23:06:31.171" v="257" actId="478"/>
          <ac:picMkLst>
            <pc:docMk/>
            <pc:sldMk cId="3707913889" sldId="393"/>
            <ac:picMk id="5" creationId="{E3321146-4492-EF99-EACA-174545581AEE}"/>
          </ac:picMkLst>
        </pc:picChg>
        <pc:picChg chg="del">
          <ac:chgData name="Char Wang" userId="6b6e7535c948cbb7" providerId="LiveId" clId="{4242900C-9804-4BED-8360-227A5ED71F2B}" dt="2023-12-09T23:06:31.171" v="257" actId="478"/>
          <ac:picMkLst>
            <pc:docMk/>
            <pc:sldMk cId="3707913889" sldId="393"/>
            <ac:picMk id="10" creationId="{C5EF95E6-1C00-D64F-361A-7330A67E7647}"/>
          </ac:picMkLst>
        </pc:picChg>
        <pc:cxnChg chg="add mod">
          <ac:chgData name="Char Wang" userId="6b6e7535c948cbb7" providerId="LiveId" clId="{4242900C-9804-4BED-8360-227A5ED71F2B}" dt="2023-12-09T23:11:38.514" v="407" actId="1076"/>
          <ac:cxnSpMkLst>
            <pc:docMk/>
            <pc:sldMk cId="3707913889" sldId="393"/>
            <ac:cxnSpMk id="17" creationId="{2CB97880-3088-17F9-EF5F-ECFB709F0B7A}"/>
          </ac:cxnSpMkLst>
        </pc:cxnChg>
        <pc:cxnChg chg="add mod">
          <ac:chgData name="Char Wang" userId="6b6e7535c948cbb7" providerId="LiveId" clId="{4242900C-9804-4BED-8360-227A5ED71F2B}" dt="2023-12-09T23:11:44.586" v="408" actId="1076"/>
          <ac:cxnSpMkLst>
            <pc:docMk/>
            <pc:sldMk cId="3707913889" sldId="393"/>
            <ac:cxnSpMk id="19" creationId="{3E600283-D054-458E-4606-92E7B71DEFB8}"/>
          </ac:cxnSpMkLst>
        </pc:cxnChg>
      </pc:sldChg>
      <pc:sldChg chg="addSp delSp modSp add mod">
        <pc:chgData name="Char Wang" userId="6b6e7535c948cbb7" providerId="LiveId" clId="{4242900C-9804-4BED-8360-227A5ED71F2B}" dt="2023-12-09T23:41:44.832" v="483" actId="1076"/>
        <pc:sldMkLst>
          <pc:docMk/>
          <pc:sldMk cId="839210522" sldId="394"/>
        </pc:sldMkLst>
        <pc:spChg chg="add mod">
          <ac:chgData name="Char Wang" userId="6b6e7535c948cbb7" providerId="LiveId" clId="{4242900C-9804-4BED-8360-227A5ED71F2B}" dt="2023-12-09T23:41:44.832" v="483" actId="1076"/>
          <ac:spMkLst>
            <pc:docMk/>
            <pc:sldMk cId="839210522" sldId="394"/>
            <ac:spMk id="2" creationId="{63972F64-B2DC-3459-BE99-1A1098E9CD90}"/>
          </ac:spMkLst>
        </pc:spChg>
        <pc:spChg chg="mod">
          <ac:chgData name="Char Wang" userId="6b6e7535c948cbb7" providerId="LiveId" clId="{4242900C-9804-4BED-8360-227A5ED71F2B}" dt="2023-12-09T23:13:19.995" v="441" actId="20577"/>
          <ac:spMkLst>
            <pc:docMk/>
            <pc:sldMk cId="839210522" sldId="394"/>
            <ac:spMk id="3" creationId="{00000000-0000-0000-0000-000000000000}"/>
          </ac:spMkLst>
        </pc:spChg>
        <pc:spChg chg="del">
          <ac:chgData name="Char Wang" userId="6b6e7535c948cbb7" providerId="LiveId" clId="{4242900C-9804-4BED-8360-227A5ED71F2B}" dt="2023-12-09T23:13:23.526" v="442" actId="478"/>
          <ac:spMkLst>
            <pc:docMk/>
            <pc:sldMk cId="839210522" sldId="394"/>
            <ac:spMk id="7" creationId="{D3C304ED-1CDA-2C1C-9827-67E4F197CCB3}"/>
          </ac:spMkLst>
        </pc:spChg>
        <pc:spChg chg="del">
          <ac:chgData name="Char Wang" userId="6b6e7535c948cbb7" providerId="LiveId" clId="{4242900C-9804-4BED-8360-227A5ED71F2B}" dt="2023-12-09T23:13:27.256" v="444" actId="478"/>
          <ac:spMkLst>
            <pc:docMk/>
            <pc:sldMk cId="839210522" sldId="394"/>
            <ac:spMk id="8" creationId="{22A3CC0E-9DD6-2654-918E-9252A209FF6E}"/>
          </ac:spMkLst>
        </pc:spChg>
        <pc:spChg chg="mod">
          <ac:chgData name="Char Wang" userId="6b6e7535c948cbb7" providerId="LiveId" clId="{4242900C-9804-4BED-8360-227A5ED71F2B}" dt="2023-12-09T23:41:16.512" v="455" actId="14100"/>
          <ac:spMkLst>
            <pc:docMk/>
            <pc:sldMk cId="839210522" sldId="394"/>
            <ac:spMk id="14" creationId="{1B1E5715-0807-5049-A275-80F98FF26784}"/>
          </ac:spMkLst>
        </pc:spChg>
        <pc:spChg chg="del">
          <ac:chgData name="Char Wang" userId="6b6e7535c948cbb7" providerId="LiveId" clId="{4242900C-9804-4BED-8360-227A5ED71F2B}" dt="2023-12-09T23:13:25.834" v="443" actId="478"/>
          <ac:spMkLst>
            <pc:docMk/>
            <pc:sldMk cId="839210522" sldId="394"/>
            <ac:spMk id="15" creationId="{2A98E789-29C6-F6B8-D18A-9639ECC07A2A}"/>
          </ac:spMkLst>
        </pc:spChg>
        <pc:picChg chg="mod modCrop">
          <ac:chgData name="Char Wang" userId="6b6e7535c948cbb7" providerId="LiveId" clId="{4242900C-9804-4BED-8360-227A5ED71F2B}" dt="2023-12-09T23:41:10.824" v="453" actId="14100"/>
          <ac:picMkLst>
            <pc:docMk/>
            <pc:sldMk cId="839210522" sldId="394"/>
            <ac:picMk id="4" creationId="{74C28E82-4069-1FC4-2BD3-E6E2A403375B}"/>
          </ac:picMkLst>
        </pc:picChg>
        <pc:cxnChg chg="del">
          <ac:chgData name="Char Wang" userId="6b6e7535c948cbb7" providerId="LiveId" clId="{4242900C-9804-4BED-8360-227A5ED71F2B}" dt="2023-12-09T23:13:27.902" v="445" actId="478"/>
          <ac:cxnSpMkLst>
            <pc:docMk/>
            <pc:sldMk cId="839210522" sldId="394"/>
            <ac:cxnSpMk id="17" creationId="{2CB97880-3088-17F9-EF5F-ECFB709F0B7A}"/>
          </ac:cxnSpMkLst>
        </pc:cxnChg>
        <pc:cxnChg chg="del">
          <ac:chgData name="Char Wang" userId="6b6e7535c948cbb7" providerId="LiveId" clId="{4242900C-9804-4BED-8360-227A5ED71F2B}" dt="2023-12-09T23:13:25.834" v="443" actId="478"/>
          <ac:cxnSpMkLst>
            <pc:docMk/>
            <pc:sldMk cId="839210522" sldId="394"/>
            <ac:cxnSpMk id="19" creationId="{3E600283-D054-458E-4606-92E7B71DEFB8}"/>
          </ac:cxnSpMkLst>
        </pc:cxnChg>
      </pc:sldChg>
      <pc:sldChg chg="del">
        <pc:chgData name="Char Wang" userId="6b6e7535c948cbb7" providerId="LiveId" clId="{4242900C-9804-4BED-8360-227A5ED71F2B}" dt="2023-12-09T22:39:38.336" v="18" actId="47"/>
        <pc:sldMkLst>
          <pc:docMk/>
          <pc:sldMk cId="3072993545" sldId="394"/>
        </pc:sldMkLst>
      </pc:sldChg>
      <pc:sldChg chg="del">
        <pc:chgData name="Char Wang" userId="6b6e7535c948cbb7" providerId="LiveId" clId="{4242900C-9804-4BED-8360-227A5ED71F2B}" dt="2023-12-09T22:39:39.535" v="22" actId="47"/>
        <pc:sldMkLst>
          <pc:docMk/>
          <pc:sldMk cId="1290283595" sldId="395"/>
        </pc:sldMkLst>
      </pc:sldChg>
      <pc:sldChg chg="addSp modSp add mod">
        <pc:chgData name="Char Wang" userId="6b6e7535c948cbb7" providerId="LiveId" clId="{4242900C-9804-4BED-8360-227A5ED71F2B}" dt="2023-12-09T23:59:44.256" v="673" actId="207"/>
        <pc:sldMkLst>
          <pc:docMk/>
          <pc:sldMk cId="3414207393" sldId="395"/>
        </pc:sldMkLst>
        <pc:spChg chg="mod">
          <ac:chgData name="Char Wang" userId="6b6e7535c948cbb7" providerId="LiveId" clId="{4242900C-9804-4BED-8360-227A5ED71F2B}" dt="2023-12-09T23:59:44.256" v="673" actId="207"/>
          <ac:spMkLst>
            <pc:docMk/>
            <pc:sldMk cId="3414207393" sldId="395"/>
            <ac:spMk id="2" creationId="{63972F64-B2DC-3459-BE99-1A1098E9CD90}"/>
          </ac:spMkLst>
        </pc:spChg>
        <pc:spChg chg="add mod">
          <ac:chgData name="Char Wang" userId="6b6e7535c948cbb7" providerId="LiveId" clId="{4242900C-9804-4BED-8360-227A5ED71F2B}" dt="2023-12-09T23:43:23.895" v="545" actId="208"/>
          <ac:spMkLst>
            <pc:docMk/>
            <pc:sldMk cId="3414207393" sldId="395"/>
            <ac:spMk id="5" creationId="{8A4841AF-AD5F-6BFA-8D3F-6024A3DB5FBD}"/>
          </ac:spMkLst>
        </pc:spChg>
        <pc:spChg chg="add mod">
          <ac:chgData name="Char Wang" userId="6b6e7535c948cbb7" providerId="LiveId" clId="{4242900C-9804-4BED-8360-227A5ED71F2B}" dt="2023-12-09T23:43:31.391" v="549" actId="1076"/>
          <ac:spMkLst>
            <pc:docMk/>
            <pc:sldMk cId="3414207393" sldId="395"/>
            <ac:spMk id="6" creationId="{E83AF305-3E14-A3B9-4425-10CC2AE5ECA7}"/>
          </ac:spMkLst>
        </pc:spChg>
        <pc:spChg chg="add mod">
          <ac:chgData name="Char Wang" userId="6b6e7535c948cbb7" providerId="LiveId" clId="{4242900C-9804-4BED-8360-227A5ED71F2B}" dt="2023-12-09T23:43:43.551" v="553" actId="1076"/>
          <ac:spMkLst>
            <pc:docMk/>
            <pc:sldMk cId="3414207393" sldId="395"/>
            <ac:spMk id="7" creationId="{124A7577-188A-5C57-39E8-824025D7BB41}"/>
          </ac:spMkLst>
        </pc:spChg>
        <pc:spChg chg="add mod">
          <ac:chgData name="Char Wang" userId="6b6e7535c948cbb7" providerId="LiveId" clId="{4242900C-9804-4BED-8360-227A5ED71F2B}" dt="2023-12-09T23:59:36.301" v="671" actId="208"/>
          <ac:spMkLst>
            <pc:docMk/>
            <pc:sldMk cId="3414207393" sldId="395"/>
            <ac:spMk id="8" creationId="{7E71E0D2-53C4-71FF-F60B-1F85F8AEFD60}"/>
          </ac:spMkLst>
        </pc:spChg>
        <pc:spChg chg="add mod">
          <ac:chgData name="Char Wang" userId="6b6e7535c948cbb7" providerId="LiveId" clId="{4242900C-9804-4BED-8360-227A5ED71F2B}" dt="2023-12-09T23:59:40.543" v="672" actId="208"/>
          <ac:spMkLst>
            <pc:docMk/>
            <pc:sldMk cId="3414207393" sldId="395"/>
            <ac:spMk id="9" creationId="{C23FD12D-9455-BA86-925A-F219D1412943}"/>
          </ac:spMkLst>
        </pc:spChg>
        <pc:spChg chg="add mod">
          <ac:chgData name="Char Wang" userId="6b6e7535c948cbb7" providerId="LiveId" clId="{4242900C-9804-4BED-8360-227A5ED71F2B}" dt="2023-12-09T23:59:27.726" v="669" actId="207"/>
          <ac:spMkLst>
            <pc:docMk/>
            <pc:sldMk cId="3414207393" sldId="395"/>
            <ac:spMk id="10" creationId="{593AF6E6-FC12-9A42-0892-0A53B58D5CB0}"/>
          </ac:spMkLst>
        </pc:spChg>
        <pc:spChg chg="add mod">
          <ac:chgData name="Char Wang" userId="6b6e7535c948cbb7" providerId="LiveId" clId="{4242900C-9804-4BED-8360-227A5ED71F2B}" dt="2023-12-09T23:59:31.055" v="670" actId="207"/>
          <ac:spMkLst>
            <pc:docMk/>
            <pc:sldMk cId="3414207393" sldId="395"/>
            <ac:spMk id="11" creationId="{08CD2AE0-4B79-A0B6-2C4C-1F83ED672BA9}"/>
          </ac:spMkLst>
        </pc:spChg>
        <pc:spChg chg="mod">
          <ac:chgData name="Char Wang" userId="6b6e7535c948cbb7" providerId="LiveId" clId="{4242900C-9804-4BED-8360-227A5ED71F2B}" dt="2023-12-09T23:44:17.983" v="554" actId="14100"/>
          <ac:spMkLst>
            <pc:docMk/>
            <pc:sldMk cId="3414207393" sldId="395"/>
            <ac:spMk id="14" creationId="{1B1E5715-0807-5049-A275-80F98FF26784}"/>
          </ac:spMkLst>
        </pc:spChg>
        <pc:picChg chg="mod">
          <ac:chgData name="Char Wang" userId="6b6e7535c948cbb7" providerId="LiveId" clId="{4242900C-9804-4BED-8360-227A5ED71F2B}" dt="2023-12-09T23:43:35.913" v="552" actId="1076"/>
          <ac:picMkLst>
            <pc:docMk/>
            <pc:sldMk cId="3414207393" sldId="395"/>
            <ac:picMk id="4" creationId="{74C28E82-4069-1FC4-2BD3-E6E2A403375B}"/>
          </ac:picMkLst>
        </pc:picChg>
      </pc:sldChg>
      <pc:sldChg chg="modSp add mod">
        <pc:chgData name="Char Wang" userId="6b6e7535c948cbb7" providerId="LiveId" clId="{4242900C-9804-4BED-8360-227A5ED71F2B}" dt="2023-12-09T23:59:50.129" v="674" actId="13926"/>
        <pc:sldMkLst>
          <pc:docMk/>
          <pc:sldMk cId="3172216459" sldId="396"/>
        </pc:sldMkLst>
        <pc:spChg chg="mod">
          <ac:chgData name="Char Wang" userId="6b6e7535c948cbb7" providerId="LiveId" clId="{4242900C-9804-4BED-8360-227A5ED71F2B}" dt="2023-12-09T23:59:50.129" v="674" actId="13926"/>
          <ac:spMkLst>
            <pc:docMk/>
            <pc:sldMk cId="3172216459" sldId="396"/>
            <ac:spMk id="2" creationId="{63972F64-B2DC-3459-BE99-1A1098E9CD90}"/>
          </ac:spMkLst>
        </pc:spChg>
      </pc:sldChg>
      <pc:sldChg chg="del">
        <pc:chgData name="Char Wang" userId="6b6e7535c948cbb7" providerId="LiveId" clId="{4242900C-9804-4BED-8360-227A5ED71F2B}" dt="2023-12-09T22:39:39.847" v="23" actId="47"/>
        <pc:sldMkLst>
          <pc:docMk/>
          <pc:sldMk cId="3920458543" sldId="396"/>
        </pc:sldMkLst>
      </pc:sldChg>
      <pc:sldChg chg="del">
        <pc:chgData name="Char Wang" userId="6b6e7535c948cbb7" providerId="LiveId" clId="{4242900C-9804-4BED-8360-227A5ED71F2B}" dt="2023-12-09T22:39:40.702" v="26" actId="47"/>
        <pc:sldMkLst>
          <pc:docMk/>
          <pc:sldMk cId="478498795" sldId="397"/>
        </pc:sldMkLst>
      </pc:sldChg>
      <pc:sldChg chg="addSp delSp modSp add mod">
        <pc:chgData name="Char Wang" userId="6b6e7535c948cbb7" providerId="LiveId" clId="{4242900C-9804-4BED-8360-227A5ED71F2B}" dt="2023-12-10T00:20:24.145" v="798" actId="20577"/>
        <pc:sldMkLst>
          <pc:docMk/>
          <pc:sldMk cId="573605761" sldId="397"/>
        </pc:sldMkLst>
        <pc:spChg chg="del">
          <ac:chgData name="Char Wang" userId="6b6e7535c948cbb7" providerId="LiveId" clId="{4242900C-9804-4BED-8360-227A5ED71F2B}" dt="2023-12-10T00:16:01.739" v="689" actId="478"/>
          <ac:spMkLst>
            <pc:docMk/>
            <pc:sldMk cId="573605761" sldId="397"/>
            <ac:spMk id="2" creationId="{63972F64-B2DC-3459-BE99-1A1098E9CD90}"/>
          </ac:spMkLst>
        </pc:spChg>
        <pc:spChg chg="mod">
          <ac:chgData name="Char Wang" userId="6b6e7535c948cbb7" providerId="LiveId" clId="{4242900C-9804-4BED-8360-227A5ED71F2B}" dt="2023-12-10T00:15:57.680" v="688" actId="20577"/>
          <ac:spMkLst>
            <pc:docMk/>
            <pc:sldMk cId="573605761" sldId="397"/>
            <ac:spMk id="3" creationId="{00000000-0000-0000-0000-000000000000}"/>
          </ac:spMkLst>
        </pc:spChg>
        <pc:spChg chg="del">
          <ac:chgData name="Char Wang" userId="6b6e7535c948cbb7" providerId="LiveId" clId="{4242900C-9804-4BED-8360-227A5ED71F2B}" dt="2023-12-10T00:16:01.739" v="689" actId="478"/>
          <ac:spMkLst>
            <pc:docMk/>
            <pc:sldMk cId="573605761" sldId="397"/>
            <ac:spMk id="5" creationId="{8A4841AF-AD5F-6BFA-8D3F-6024A3DB5FBD}"/>
          </ac:spMkLst>
        </pc:spChg>
        <pc:spChg chg="del">
          <ac:chgData name="Char Wang" userId="6b6e7535c948cbb7" providerId="LiveId" clId="{4242900C-9804-4BED-8360-227A5ED71F2B}" dt="2023-12-10T00:16:01.739" v="689" actId="478"/>
          <ac:spMkLst>
            <pc:docMk/>
            <pc:sldMk cId="573605761" sldId="397"/>
            <ac:spMk id="6" creationId="{E83AF305-3E14-A3B9-4425-10CC2AE5ECA7}"/>
          </ac:spMkLst>
        </pc:spChg>
        <pc:spChg chg="del">
          <ac:chgData name="Char Wang" userId="6b6e7535c948cbb7" providerId="LiveId" clId="{4242900C-9804-4BED-8360-227A5ED71F2B}" dt="2023-12-10T00:16:01.739" v="689" actId="478"/>
          <ac:spMkLst>
            <pc:docMk/>
            <pc:sldMk cId="573605761" sldId="397"/>
            <ac:spMk id="7" creationId="{124A7577-188A-5C57-39E8-824025D7BB41}"/>
          </ac:spMkLst>
        </pc:spChg>
        <pc:spChg chg="del">
          <ac:chgData name="Char Wang" userId="6b6e7535c948cbb7" providerId="LiveId" clId="{4242900C-9804-4BED-8360-227A5ED71F2B}" dt="2023-12-10T00:16:01.739" v="689" actId="478"/>
          <ac:spMkLst>
            <pc:docMk/>
            <pc:sldMk cId="573605761" sldId="397"/>
            <ac:spMk id="8" creationId="{7E71E0D2-53C4-71FF-F60B-1F85F8AEFD60}"/>
          </ac:spMkLst>
        </pc:spChg>
        <pc:spChg chg="del">
          <ac:chgData name="Char Wang" userId="6b6e7535c948cbb7" providerId="LiveId" clId="{4242900C-9804-4BED-8360-227A5ED71F2B}" dt="2023-12-10T00:16:01.739" v="689" actId="478"/>
          <ac:spMkLst>
            <pc:docMk/>
            <pc:sldMk cId="573605761" sldId="397"/>
            <ac:spMk id="9" creationId="{C23FD12D-9455-BA86-925A-F219D1412943}"/>
          </ac:spMkLst>
        </pc:spChg>
        <pc:spChg chg="del">
          <ac:chgData name="Char Wang" userId="6b6e7535c948cbb7" providerId="LiveId" clId="{4242900C-9804-4BED-8360-227A5ED71F2B}" dt="2023-12-10T00:16:01.739" v="689" actId="478"/>
          <ac:spMkLst>
            <pc:docMk/>
            <pc:sldMk cId="573605761" sldId="397"/>
            <ac:spMk id="10" creationId="{593AF6E6-FC12-9A42-0892-0A53B58D5CB0}"/>
          </ac:spMkLst>
        </pc:spChg>
        <pc:spChg chg="del">
          <ac:chgData name="Char Wang" userId="6b6e7535c948cbb7" providerId="LiveId" clId="{4242900C-9804-4BED-8360-227A5ED71F2B}" dt="2023-12-10T00:16:01.739" v="689" actId="478"/>
          <ac:spMkLst>
            <pc:docMk/>
            <pc:sldMk cId="573605761" sldId="397"/>
            <ac:spMk id="11" creationId="{08CD2AE0-4B79-A0B6-2C4C-1F83ED672BA9}"/>
          </ac:spMkLst>
        </pc:spChg>
        <pc:spChg chg="add mod">
          <ac:chgData name="Char Wang" userId="6b6e7535c948cbb7" providerId="LiveId" clId="{4242900C-9804-4BED-8360-227A5ED71F2B}" dt="2023-12-10T00:17:11.436" v="765" actId="1076"/>
          <ac:spMkLst>
            <pc:docMk/>
            <pc:sldMk cId="573605761" sldId="397"/>
            <ac:spMk id="12" creationId="{4ECC0C50-8A55-5214-B373-B6D5122ABD3C}"/>
          </ac:spMkLst>
        </pc:spChg>
        <pc:spChg chg="add mod">
          <ac:chgData name="Char Wang" userId="6b6e7535c948cbb7" providerId="LiveId" clId="{4242900C-9804-4BED-8360-227A5ED71F2B}" dt="2023-12-10T00:17:29.186" v="786" actId="20577"/>
          <ac:spMkLst>
            <pc:docMk/>
            <pc:sldMk cId="573605761" sldId="397"/>
            <ac:spMk id="13" creationId="{95B44A22-E692-9148-517F-C2FF8EEE0805}"/>
          </ac:spMkLst>
        </pc:spChg>
        <pc:spChg chg="del">
          <ac:chgData name="Char Wang" userId="6b6e7535c948cbb7" providerId="LiveId" clId="{4242900C-9804-4BED-8360-227A5ED71F2B}" dt="2023-12-10T00:16:01.739" v="689" actId="478"/>
          <ac:spMkLst>
            <pc:docMk/>
            <pc:sldMk cId="573605761" sldId="397"/>
            <ac:spMk id="14" creationId="{1B1E5715-0807-5049-A275-80F98FF26784}"/>
          </ac:spMkLst>
        </pc:spChg>
        <pc:spChg chg="add mod">
          <ac:chgData name="Char Wang" userId="6b6e7535c948cbb7" providerId="LiveId" clId="{4242900C-9804-4BED-8360-227A5ED71F2B}" dt="2023-12-10T00:20:24.145" v="798" actId="20577"/>
          <ac:spMkLst>
            <pc:docMk/>
            <pc:sldMk cId="573605761" sldId="397"/>
            <ac:spMk id="15" creationId="{E7521266-C715-9408-2F9F-91830DB6D88A}"/>
          </ac:spMkLst>
        </pc:spChg>
        <pc:picChg chg="del">
          <ac:chgData name="Char Wang" userId="6b6e7535c948cbb7" providerId="LiveId" clId="{4242900C-9804-4BED-8360-227A5ED71F2B}" dt="2023-12-10T00:16:01.739" v="689" actId="478"/>
          <ac:picMkLst>
            <pc:docMk/>
            <pc:sldMk cId="573605761" sldId="397"/>
            <ac:picMk id="4" creationId="{74C28E82-4069-1FC4-2BD3-E6E2A403375B}"/>
          </ac:picMkLst>
        </pc:picChg>
      </pc:sldChg>
      <pc:sldChg chg="del">
        <pc:chgData name="Char Wang" userId="6b6e7535c948cbb7" providerId="LiveId" clId="{4242900C-9804-4BED-8360-227A5ED71F2B}" dt="2023-12-09T22:39:40.920" v="27" actId="47"/>
        <pc:sldMkLst>
          <pc:docMk/>
          <pc:sldMk cId="4168677121" sldId="398"/>
        </pc:sldMkLst>
      </pc:sldChg>
      <pc:sldChg chg="del">
        <pc:chgData name="Char Wang" userId="6b6e7535c948cbb7" providerId="LiveId" clId="{4242900C-9804-4BED-8360-227A5ED71F2B}" dt="2023-12-09T22:39:41.547" v="28" actId="47"/>
        <pc:sldMkLst>
          <pc:docMk/>
          <pc:sldMk cId="660123533" sldId="399"/>
        </pc:sldMkLst>
      </pc:sldChg>
      <pc:sldChg chg="del">
        <pc:chgData name="Char Wang" userId="6b6e7535c948cbb7" providerId="LiveId" clId="{4242900C-9804-4BED-8360-227A5ED71F2B}" dt="2023-12-09T22:39:42.432" v="30" actId="47"/>
        <pc:sldMkLst>
          <pc:docMk/>
          <pc:sldMk cId="2416007800" sldId="400"/>
        </pc:sldMkLst>
      </pc:sldChg>
      <pc:sldChg chg="del">
        <pc:chgData name="Char Wang" userId="6b6e7535c948cbb7" providerId="LiveId" clId="{4242900C-9804-4BED-8360-227A5ED71F2B}" dt="2023-12-09T22:39:44.089" v="35" actId="47"/>
        <pc:sldMkLst>
          <pc:docMk/>
          <pc:sldMk cId="606693407" sldId="401"/>
        </pc:sldMkLst>
      </pc:sldChg>
      <pc:sldChg chg="del">
        <pc:chgData name="Char Wang" userId="6b6e7535c948cbb7" providerId="LiveId" clId="{4242900C-9804-4BED-8360-227A5ED71F2B}" dt="2023-12-09T22:39:38.671" v="19" actId="47"/>
        <pc:sldMkLst>
          <pc:docMk/>
          <pc:sldMk cId="2244268995" sldId="402"/>
        </pc:sldMkLst>
      </pc:sldChg>
      <pc:sldChg chg="del">
        <pc:chgData name="Char Wang" userId="6b6e7535c948cbb7" providerId="LiveId" clId="{4242900C-9804-4BED-8360-227A5ED71F2B}" dt="2023-12-09T22:39:38.961" v="20" actId="47"/>
        <pc:sldMkLst>
          <pc:docMk/>
          <pc:sldMk cId="2809209777" sldId="403"/>
        </pc:sldMkLst>
      </pc:sldChg>
      <pc:sldChg chg="del">
        <pc:chgData name="Char Wang" userId="6b6e7535c948cbb7" providerId="LiveId" clId="{4242900C-9804-4BED-8360-227A5ED71F2B}" dt="2023-12-09T22:39:39.224" v="21" actId="47"/>
        <pc:sldMkLst>
          <pc:docMk/>
          <pc:sldMk cId="1470722302" sldId="404"/>
        </pc:sldMkLst>
      </pc:sldChg>
      <pc:sldChg chg="del">
        <pc:chgData name="Char Wang" userId="6b6e7535c948cbb7" providerId="LiveId" clId="{4242900C-9804-4BED-8360-227A5ED71F2B}" dt="2023-12-09T22:39:33.883" v="5" actId="47"/>
        <pc:sldMkLst>
          <pc:docMk/>
          <pc:sldMk cId="2684641169" sldId="405"/>
        </pc:sldMkLst>
      </pc:sldChg>
      <pc:sldChg chg="del">
        <pc:chgData name="Char Wang" userId="6b6e7535c948cbb7" providerId="LiveId" clId="{4242900C-9804-4BED-8360-227A5ED71F2B}" dt="2023-12-09T22:39:34.225" v="6" actId="47"/>
        <pc:sldMkLst>
          <pc:docMk/>
          <pc:sldMk cId="1179030358" sldId="406"/>
        </pc:sldMkLst>
      </pc:sldChg>
      <pc:sldChg chg="del">
        <pc:chgData name="Char Wang" userId="6b6e7535c948cbb7" providerId="LiveId" clId="{4242900C-9804-4BED-8360-227A5ED71F2B}" dt="2023-12-09T22:39:34.571" v="7" actId="47"/>
        <pc:sldMkLst>
          <pc:docMk/>
          <pc:sldMk cId="2957100013" sldId="407"/>
        </pc:sldMkLst>
      </pc:sldChg>
      <pc:sldChg chg="del">
        <pc:chgData name="Char Wang" userId="6b6e7535c948cbb7" providerId="LiveId" clId="{4242900C-9804-4BED-8360-227A5ED71F2B}" dt="2023-12-09T22:39:34.840" v="8" actId="47"/>
        <pc:sldMkLst>
          <pc:docMk/>
          <pc:sldMk cId="1971534323" sldId="408"/>
        </pc:sldMkLst>
      </pc:sldChg>
      <pc:sldChg chg="del">
        <pc:chgData name="Char Wang" userId="6b6e7535c948cbb7" providerId="LiveId" clId="{4242900C-9804-4BED-8360-227A5ED71F2B}" dt="2023-12-09T22:39:35.559" v="10" actId="47"/>
        <pc:sldMkLst>
          <pc:docMk/>
          <pc:sldMk cId="3410955961" sldId="409"/>
        </pc:sldMkLst>
      </pc:sldChg>
      <pc:sldChg chg="del">
        <pc:chgData name="Char Wang" userId="6b6e7535c948cbb7" providerId="LiveId" clId="{4242900C-9804-4BED-8360-227A5ED71F2B}" dt="2023-12-09T22:39:35.856" v="11" actId="47"/>
        <pc:sldMkLst>
          <pc:docMk/>
          <pc:sldMk cId="775281694" sldId="410"/>
        </pc:sldMkLst>
      </pc:sldChg>
      <pc:sldChg chg="del">
        <pc:chgData name="Char Wang" userId="6b6e7535c948cbb7" providerId="LiveId" clId="{4242900C-9804-4BED-8360-227A5ED71F2B}" dt="2023-12-09T22:39:36.138" v="12" actId="47"/>
        <pc:sldMkLst>
          <pc:docMk/>
          <pc:sldMk cId="1499300305" sldId="411"/>
        </pc:sldMkLst>
      </pc:sldChg>
      <pc:sldChg chg="del">
        <pc:chgData name="Char Wang" userId="6b6e7535c948cbb7" providerId="LiveId" clId="{4242900C-9804-4BED-8360-227A5ED71F2B}" dt="2023-12-09T22:39:36.507" v="13" actId="47"/>
        <pc:sldMkLst>
          <pc:docMk/>
          <pc:sldMk cId="1191107706" sldId="412"/>
        </pc:sldMkLst>
      </pc:sldChg>
      <pc:sldChg chg="del">
        <pc:chgData name="Char Wang" userId="6b6e7535c948cbb7" providerId="LiveId" clId="{4242900C-9804-4BED-8360-227A5ED71F2B}" dt="2023-12-09T22:39:36.828" v="14" actId="47"/>
        <pc:sldMkLst>
          <pc:docMk/>
          <pc:sldMk cId="1962216524" sldId="414"/>
        </pc:sldMkLst>
      </pc:sldChg>
      <pc:sldChg chg="del">
        <pc:chgData name="Char Wang" userId="6b6e7535c948cbb7" providerId="LiveId" clId="{4242900C-9804-4BED-8360-227A5ED71F2B}" dt="2023-12-09T22:39:37.239" v="15" actId="47"/>
        <pc:sldMkLst>
          <pc:docMk/>
          <pc:sldMk cId="2527700252" sldId="415"/>
        </pc:sldMkLst>
      </pc:sldChg>
      <pc:sldChg chg="del">
        <pc:chgData name="Char Wang" userId="6b6e7535c948cbb7" providerId="LiveId" clId="{4242900C-9804-4BED-8360-227A5ED71F2B}" dt="2023-12-09T22:39:29.251" v="0" actId="47"/>
        <pc:sldMkLst>
          <pc:docMk/>
          <pc:sldMk cId="2786733384" sldId="416"/>
        </pc:sldMkLst>
      </pc:sldChg>
      <pc:sldChg chg="del">
        <pc:chgData name="Char Wang" userId="6b6e7535c948cbb7" providerId="LiveId" clId="{4242900C-9804-4BED-8360-227A5ED71F2B}" dt="2023-12-09T22:39:29.909" v="1" actId="47"/>
        <pc:sldMkLst>
          <pc:docMk/>
          <pc:sldMk cId="2411414825" sldId="417"/>
        </pc:sldMkLst>
      </pc:sldChg>
      <pc:sldChg chg="del">
        <pc:chgData name="Char Wang" userId="6b6e7535c948cbb7" providerId="LiveId" clId="{4242900C-9804-4BED-8360-227A5ED71F2B}" dt="2023-12-09T22:39:33.498" v="4" actId="47"/>
        <pc:sldMkLst>
          <pc:docMk/>
          <pc:sldMk cId="1035239849" sldId="418"/>
        </pc:sldMkLst>
      </pc:sldChg>
      <pc:sldChg chg="del">
        <pc:chgData name="Char Wang" userId="6b6e7535c948cbb7" providerId="LiveId" clId="{4242900C-9804-4BED-8360-227A5ED71F2B}" dt="2023-12-09T22:39:37.617" v="16" actId="47"/>
        <pc:sldMkLst>
          <pc:docMk/>
          <pc:sldMk cId="2692024580" sldId="419"/>
        </pc:sldMkLst>
      </pc:sldChg>
      <pc:sldChg chg="del">
        <pc:chgData name="Char Wang" userId="6b6e7535c948cbb7" providerId="LiveId" clId="{4242900C-9804-4BED-8360-227A5ED71F2B}" dt="2023-12-09T22:39:41.921" v="29" actId="47"/>
        <pc:sldMkLst>
          <pc:docMk/>
          <pc:sldMk cId="2520126997" sldId="420"/>
        </pc:sldMkLst>
      </pc:sldChg>
      <pc:sldChg chg="del">
        <pc:chgData name="Char Wang" userId="6b6e7535c948cbb7" providerId="LiveId" clId="{4242900C-9804-4BED-8360-227A5ED71F2B}" dt="2023-12-09T22:39:43.325" v="33" actId="47"/>
        <pc:sldMkLst>
          <pc:docMk/>
          <pc:sldMk cId="2118438436" sldId="421"/>
        </pc:sldMkLst>
      </pc:sldChg>
      <pc:sldChg chg="del">
        <pc:chgData name="Char Wang" userId="6b6e7535c948cbb7" providerId="LiveId" clId="{4242900C-9804-4BED-8360-227A5ED71F2B}" dt="2023-12-09T22:39:44.677" v="36" actId="47"/>
        <pc:sldMkLst>
          <pc:docMk/>
          <pc:sldMk cId="2273848425" sldId="422"/>
        </pc:sldMkLst>
      </pc:sldChg>
      <pc:sldChg chg="del">
        <pc:chgData name="Char Wang" userId="6b6e7535c948cbb7" providerId="LiveId" clId="{4242900C-9804-4BED-8360-227A5ED71F2B}" dt="2023-12-09T22:39:40.434" v="25" actId="47"/>
        <pc:sldMkLst>
          <pc:docMk/>
          <pc:sldMk cId="2960753117" sldId="423"/>
        </pc:sldMkLst>
      </pc:sldChg>
      <pc:sldChg chg="del">
        <pc:chgData name="Char Wang" userId="6b6e7535c948cbb7" providerId="LiveId" clId="{4242900C-9804-4BED-8360-227A5ED71F2B}" dt="2023-12-09T22:39:40.152" v="24" actId="47"/>
        <pc:sldMkLst>
          <pc:docMk/>
          <pc:sldMk cId="2868469935" sldId="424"/>
        </pc:sldMkLst>
      </pc:sldChg>
      <pc:sldChg chg="del">
        <pc:chgData name="Char Wang" userId="6b6e7535c948cbb7" providerId="LiveId" clId="{4242900C-9804-4BED-8360-227A5ED71F2B}" dt="2023-12-09T22:39:43.136" v="32" actId="47"/>
        <pc:sldMkLst>
          <pc:docMk/>
          <pc:sldMk cId="773487346" sldId="425"/>
        </pc:sldMkLst>
      </pc:sldChg>
      <pc:sldChg chg="del">
        <pc:chgData name="Char Wang" userId="6b6e7535c948cbb7" providerId="LiveId" clId="{4242900C-9804-4BED-8360-227A5ED71F2B}" dt="2023-12-09T22:39:43.666" v="34" actId="47"/>
        <pc:sldMkLst>
          <pc:docMk/>
          <pc:sldMk cId="2918978776" sldId="426"/>
        </pc:sldMkLst>
      </pc:sldChg>
      <pc:sldChg chg="del">
        <pc:chgData name="Char Wang" userId="6b6e7535c948cbb7" providerId="LiveId" clId="{4242900C-9804-4BED-8360-227A5ED71F2B}" dt="2023-12-09T22:39:42.878" v="31" actId="47"/>
        <pc:sldMkLst>
          <pc:docMk/>
          <pc:sldMk cId="949565924" sldId="427"/>
        </pc:sldMkLst>
      </pc:sldChg>
      <pc:sldChg chg="del">
        <pc:chgData name="Char Wang" userId="6b6e7535c948cbb7" providerId="LiveId" clId="{4242900C-9804-4BED-8360-227A5ED71F2B}" dt="2023-12-09T22:39:33.006" v="3" actId="47"/>
        <pc:sldMkLst>
          <pc:docMk/>
          <pc:sldMk cId="1076561003" sldId="42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8C2899-756D-D74F-9681-D06E2E69B565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8A97F-BE20-0F41-AF6E-553DF94E4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3076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CFBB0-290D-CB47-AFCF-3D1150FE3ED3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2DAC23-6205-1F44-8983-3FC51FF3B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190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with color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1416842"/>
            <a:ext cx="8229600" cy="64889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lnSpc>
                <a:spcPct val="90000"/>
              </a:lnSpc>
              <a:defRPr sz="4600" b="1">
                <a:latin typeface="Century Gothic"/>
                <a:cs typeface="Century Gothic"/>
              </a:defRPr>
            </a:lvl1pPr>
          </a:lstStyle>
          <a:p>
            <a:r>
              <a:rPr lang="en-GB"/>
              <a:t>Cover title goes here</a:t>
            </a:r>
            <a:endParaRPr lang="en-US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60339" y="2114176"/>
            <a:ext cx="6400800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39" y="376238"/>
            <a:ext cx="1137600" cy="41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566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7" userDrawn="1">
          <p15:clr>
            <a:srgbClr val="FBAE40"/>
          </p15:clr>
        </p15:guide>
        <p15:guide id="2" pos="22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with color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1416842"/>
            <a:ext cx="8229600" cy="64889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lnSpc>
                <a:spcPct val="90000"/>
              </a:lnSpc>
              <a:defRPr sz="4600" b="1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r>
              <a:rPr lang="en-GB"/>
              <a:t>Cover title goes here</a:t>
            </a:r>
            <a:endParaRPr lang="en-US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60339" y="2114176"/>
            <a:ext cx="6400800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buNone/>
              <a:defRPr sz="1200" b="0">
                <a:solidFill>
                  <a:schemeClr val="bg1"/>
                </a:solidFill>
                <a:latin typeface="Century Gothic"/>
                <a:cs typeface="Century Gothic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8" t="27046" r="14807" b="26402"/>
          <a:stretch/>
        </p:blipFill>
        <p:spPr>
          <a:xfrm>
            <a:off x="353988" y="376237"/>
            <a:ext cx="1157311" cy="425079"/>
          </a:xfrm>
          <a:prstGeom prst="rect">
            <a:avLst/>
          </a:prstGeom>
        </p:spPr>
      </p:pic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8617181" y="4730520"/>
            <a:ext cx="313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4BC15EF-E42F-254F-9D0C-3225ADE9C3FE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05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7">
          <p15:clr>
            <a:srgbClr val="FBAE40"/>
          </p15:clr>
        </p15:guide>
        <p15:guide id="2" pos="22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with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1416842"/>
            <a:ext cx="8229600" cy="64889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lnSpc>
                <a:spcPct val="90000"/>
              </a:lnSpc>
              <a:defRPr sz="4600" b="1">
                <a:solidFill>
                  <a:schemeClr val="accent1"/>
                </a:solidFill>
                <a:latin typeface="Century Gothic"/>
                <a:cs typeface="Century Gothic"/>
              </a:defRPr>
            </a:lvl1pPr>
          </a:lstStyle>
          <a:p>
            <a:r>
              <a:rPr lang="en-GB"/>
              <a:t>Cover title goes here</a:t>
            </a:r>
            <a:endParaRPr lang="en-US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60339" y="2114176"/>
            <a:ext cx="6400800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Century Gothic"/>
                <a:cs typeface="Century Gothic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9" name="圖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39" y="376238"/>
            <a:ext cx="1137600" cy="41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9642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ntence quote with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Image goes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Sentence quote goes here</a:t>
            </a:r>
            <a:endParaRPr lang="en-US"/>
          </a:p>
        </p:txBody>
      </p:sp>
      <p:grpSp>
        <p:nvGrpSpPr>
          <p:cNvPr id="17" name="群組 16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18" name="文字方塊 17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9" name="群組 18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20" name="文字方塊 19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12/11/2023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1" name="文字方塊 20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2" name="文字方塊 21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077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ntence quote with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Image goes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Sentence quote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10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ntence quote with image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r>
              <a:rPr lang="en-GB"/>
              <a:t>Sentence quote goes here</a:t>
            </a:r>
            <a:endParaRPr lang="en-US"/>
          </a:p>
        </p:txBody>
      </p:sp>
      <p:grpSp>
        <p:nvGrpSpPr>
          <p:cNvPr id="4" name="群組 3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5" name="文字方塊 4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solidFill>
                    <a:schemeClr val="bg1"/>
                  </a:solidFill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solidFill>
                    <a:schemeClr val="bg1"/>
                  </a:solidFill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solidFill>
                  <a:schemeClr val="bg1"/>
                </a:solidFill>
                <a:latin typeface="+mn-lt"/>
              </a:endParaRPr>
            </a:p>
          </p:txBody>
        </p:sp>
        <p:grpSp>
          <p:nvGrpSpPr>
            <p:cNvPr id="7" name="群組 6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8" name="文字方塊 7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solidFill>
                      <a:schemeClr val="bg1"/>
                    </a:solidFill>
                    <a:latin typeface="+mn-lt"/>
                  </a:rPr>
                  <a:pPr algn="r"/>
                  <a:t>12/11/2023</a:t>
                </a:fld>
                <a:endParaRPr lang="zh-TW" altLang="en-US" sz="700" err="1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9" name="文字方塊 8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0" name="文字方塊 9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solidFill>
                      <a:schemeClr val="bg1"/>
                    </a:solidFill>
                    <a:latin typeface="+mn-lt"/>
                  </a:rPr>
                  <a:t>©</a:t>
                </a:r>
                <a:endParaRPr lang="zh-TW" altLang="en-US" sz="700" err="1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</p:grpSp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8617181" y="4730520"/>
            <a:ext cx="313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4BC15EF-E42F-254F-9D0C-3225ADE9C3FE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06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ntence quote with color background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10064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Statement, sentence quote or question goes here</a:t>
            </a:r>
            <a:endParaRPr 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 rotWithShape="1">
          <a:blip r:embed="rId2"/>
          <a:srcRect b="19411"/>
          <a:stretch/>
        </p:blipFill>
        <p:spPr>
          <a:xfrm>
            <a:off x="5495743" y="0"/>
            <a:ext cx="3184812" cy="5142368"/>
          </a:xfrm>
          <a:prstGeom prst="rect">
            <a:avLst/>
          </a:prstGeom>
        </p:spPr>
      </p:pic>
      <p:grpSp>
        <p:nvGrpSpPr>
          <p:cNvPr id="6" name="群組 5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8" name="文字方塊 7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0" name="群組 9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1" name="文字方塊 10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12/11/2023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3" name="文字方塊 12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2" name="文字方塊 11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47401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ntence quote with color background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10064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Statement, sentence quote or question goes here</a:t>
            </a:r>
            <a:endParaRPr lang="en-US"/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6" name="文字方塊 5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7" name="群組 6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9" name="文字方塊 8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12/11/2023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0" name="文字方塊 9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1" name="文字方塊 10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52175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-1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Divider goes here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0339" y="3445983"/>
            <a:ext cx="7772400" cy="1661993"/>
          </a:xfrm>
          <a:prstGeom prst="rect">
            <a:avLst/>
          </a:prstGeom>
        </p:spPr>
        <p:txBody>
          <a:bodyPr lIns="0" tIns="0" rIns="0" anchor="t">
            <a:spAutoFit/>
          </a:bodyPr>
          <a:lstStyle>
            <a:lvl1pPr marL="0" indent="0">
              <a:buNone/>
              <a:defRPr sz="10500" b="0" i="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01</a:t>
            </a:r>
          </a:p>
        </p:txBody>
      </p:sp>
      <p:grpSp>
        <p:nvGrpSpPr>
          <p:cNvPr id="21" name="群組 20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22" name="文字方塊 21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23" name="群組 22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24" name="文字方塊 23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12/11/2023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5" name="文字方塊 24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6" name="文字方塊 25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1387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-2 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Divider goes here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0339" y="3445983"/>
            <a:ext cx="7772400" cy="1661993"/>
          </a:xfrm>
          <a:prstGeom prst="rect">
            <a:avLst/>
          </a:prstGeom>
        </p:spPr>
        <p:txBody>
          <a:bodyPr lIns="0" tIns="0" rIns="0" anchor="t">
            <a:spAutoFit/>
          </a:bodyPr>
          <a:lstStyle>
            <a:lvl1pPr marL="0" indent="0">
              <a:buNone/>
              <a:defRPr sz="10500" b="0" i="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0</a:t>
            </a:r>
            <a:r>
              <a:rPr lang="en-US" altLang="zh-TW"/>
              <a:t>2</a:t>
            </a:r>
            <a:endParaRPr lang="en-GB"/>
          </a:p>
        </p:txBody>
      </p:sp>
      <p:grpSp>
        <p:nvGrpSpPr>
          <p:cNvPr id="6" name="群組 5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8" name="文字方塊 7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0" name="群組 9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2" name="文字方塊 11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12/11/2023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3" name="文字方塊 12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4" name="文字方塊 13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04154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-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Divider goes here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0339" y="3445983"/>
            <a:ext cx="7772400" cy="1661993"/>
          </a:xfrm>
          <a:prstGeom prst="rect">
            <a:avLst/>
          </a:prstGeom>
        </p:spPr>
        <p:txBody>
          <a:bodyPr lIns="0" tIns="0" rIns="0" anchor="t">
            <a:spAutoFit/>
          </a:bodyPr>
          <a:lstStyle>
            <a:lvl1pPr marL="0" indent="0">
              <a:buNone/>
              <a:defRPr sz="10500" b="0" i="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03</a:t>
            </a:r>
          </a:p>
        </p:txBody>
      </p:sp>
      <p:grpSp>
        <p:nvGrpSpPr>
          <p:cNvPr id="6" name="群組 5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8" name="文字方塊 7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0" name="群組 9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2" name="文字方塊 11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12/11/2023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3" name="文字方塊 12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4" name="文字方塊 13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8972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-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Divider goes here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0339" y="3445983"/>
            <a:ext cx="7772400" cy="1661993"/>
          </a:xfrm>
          <a:prstGeom prst="rect">
            <a:avLst/>
          </a:prstGeom>
        </p:spPr>
        <p:txBody>
          <a:bodyPr lIns="0" tIns="0" rIns="0" anchor="t">
            <a:spAutoFit/>
          </a:bodyPr>
          <a:lstStyle>
            <a:lvl1pPr marL="0" indent="0">
              <a:buNone/>
              <a:defRPr sz="10500" b="0" i="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01</a:t>
            </a:r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13559" y="1387218"/>
            <a:ext cx="3242931" cy="3343301"/>
          </a:xfrm>
          <a:prstGeom prst="rect">
            <a:avLst/>
          </a:prstGeom>
        </p:spPr>
      </p:pic>
      <p:grpSp>
        <p:nvGrpSpPr>
          <p:cNvPr id="8" name="群組 7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9" name="文字方塊 8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1" name="群組 10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2" name="文字方塊 11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12/11/2023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3" name="文字方塊 12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4" name="文字方塊 13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5711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-5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Divider goes here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0339" y="3445983"/>
            <a:ext cx="7772400" cy="1661993"/>
          </a:xfrm>
          <a:prstGeom prst="rect">
            <a:avLst/>
          </a:prstGeom>
        </p:spPr>
        <p:txBody>
          <a:bodyPr lIns="0" tIns="0" rIns="0" anchor="t">
            <a:spAutoFit/>
          </a:bodyPr>
          <a:lstStyle>
            <a:lvl1pPr marL="0" indent="0">
              <a:buNone/>
              <a:defRPr sz="10500" b="0" i="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0</a:t>
            </a:r>
            <a:r>
              <a:rPr lang="en-US" altLang="zh-TW"/>
              <a:t>2</a:t>
            </a:r>
            <a:endParaRPr lang="en-GB"/>
          </a:p>
        </p:txBody>
      </p:sp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93999" y="2108297"/>
            <a:ext cx="4950001" cy="2193750"/>
          </a:xfrm>
          <a:prstGeom prst="rect">
            <a:avLst/>
          </a:prstGeom>
        </p:spPr>
      </p:pic>
      <p:grpSp>
        <p:nvGrpSpPr>
          <p:cNvPr id="16" name="群組 15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17" name="文字方塊 16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8" name="群組 17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9" name="文字方塊 18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12/11/2023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0" name="文字方塊 19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1" name="文字方塊 20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0780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-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Divider goes here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0339" y="3445983"/>
            <a:ext cx="7772400" cy="1661993"/>
          </a:xfrm>
          <a:prstGeom prst="rect">
            <a:avLst/>
          </a:prstGeom>
        </p:spPr>
        <p:txBody>
          <a:bodyPr lIns="0" tIns="0" rIns="0" anchor="t">
            <a:spAutoFit/>
          </a:bodyPr>
          <a:lstStyle>
            <a:lvl1pPr marL="0" indent="0">
              <a:buNone/>
              <a:defRPr sz="10500" b="0" i="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03</a:t>
            </a:r>
          </a:p>
        </p:txBody>
      </p:sp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99780" y="2082296"/>
            <a:ext cx="3956711" cy="2494759"/>
          </a:xfrm>
          <a:prstGeom prst="rect">
            <a:avLst/>
          </a:prstGeom>
        </p:spPr>
      </p:pic>
      <p:grpSp>
        <p:nvGrpSpPr>
          <p:cNvPr id="8" name="群組 7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9" name="文字方塊 8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3" name="群組 12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4" name="文字方塊 13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12/11/2023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5" name="文字方塊 14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6" name="文字方塊 15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82219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-7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Divider goes here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0339" y="3445983"/>
            <a:ext cx="7772400" cy="1661993"/>
          </a:xfrm>
          <a:prstGeom prst="rect">
            <a:avLst/>
          </a:prstGeom>
        </p:spPr>
        <p:txBody>
          <a:bodyPr lIns="0" tIns="0" rIns="0" anchor="t">
            <a:spAutoFit/>
          </a:bodyPr>
          <a:lstStyle>
            <a:lvl1pPr marL="0" indent="0">
              <a:buNone/>
              <a:defRPr sz="10500" b="0" i="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04</a:t>
            </a:r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903"/>
          <a:stretch/>
        </p:blipFill>
        <p:spPr>
          <a:xfrm>
            <a:off x="6338754" y="1342321"/>
            <a:ext cx="2805246" cy="3335721"/>
          </a:xfrm>
          <a:prstGeom prst="rect">
            <a:avLst/>
          </a:prstGeom>
        </p:spPr>
      </p:pic>
      <p:grpSp>
        <p:nvGrpSpPr>
          <p:cNvPr id="16" name="群組 15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17" name="文字方塊 16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8" name="群組 17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9" name="文字方塊 18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12/11/2023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0" name="文字方塊 19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1" name="文字方塊 20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774877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19" name="文字方塊 18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20" name="群組 19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21" name="文字方塊 20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12/11/2023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2" name="文字方塊 21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3" name="文字方塊 22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  <p:sp>
        <p:nvSpPr>
          <p:cNvPr id="1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2476" y="1449135"/>
            <a:ext cx="3579018" cy="854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Content goes here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altLang="zh-TW"/>
              <a:t>Content goes here</a:t>
            </a:r>
          </a:p>
          <a:p>
            <a:pPr lvl="0"/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4814876" y="1449135"/>
            <a:ext cx="3576649" cy="854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Content goes here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altLang="zh-TW"/>
              <a:t>Content goes here</a:t>
            </a:r>
          </a:p>
          <a:p>
            <a:pPr lvl="0"/>
            <a:endParaRPr lang="en-GB"/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752475" y="291493"/>
            <a:ext cx="7639050" cy="39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2800" b="1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r>
              <a:rPr lang="en-US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4534949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19" name="文字方塊 18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20" name="群組 19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21" name="文字方塊 20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12/11/2023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2" name="文字方塊 21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3" name="文字方塊 22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Image goes here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752475" y="291493"/>
            <a:ext cx="3405302" cy="39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2800" b="1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21" hasCustomPrompt="1"/>
          </p:nvPr>
        </p:nvSpPr>
        <p:spPr>
          <a:xfrm>
            <a:off x="751273" y="1467793"/>
            <a:ext cx="3397367" cy="3347096"/>
          </a:xfrm>
          <a:prstGeom prst="rect">
            <a:avLst/>
          </a:prstGeom>
        </p:spPr>
        <p:txBody>
          <a:bodyPr/>
          <a:lstStyle>
            <a:lvl1pPr>
              <a:defRPr lang="en-US" sz="1500" b="0" i="0" baseline="0" dirty="0" smtClean="0">
                <a:solidFill>
                  <a:schemeClr val="tx1"/>
                </a:solidFill>
                <a:latin typeface="Century Gothic"/>
                <a:ea typeface="Tahoma" panose="020B0604030504040204" pitchFamily="34" charset="0"/>
                <a:cs typeface="Century Gothic"/>
              </a:defRPr>
            </a:lvl1pPr>
            <a:lvl2pPr marL="633600" indent="-285750" algn="l" defTabSz="4572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altLang="zh-TW" sz="1400" kern="1200" baseline="0" dirty="0" smtClean="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2pPr>
            <a:lvl3pPr marL="914400" marR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lang="en-US" altLang="zh-TW" sz="1300" kern="1200" baseline="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3pPr>
            <a:lvl4pPr marL="914400" indent="284400">
              <a:lnSpc>
                <a:spcPct val="150000"/>
              </a:lnSpc>
              <a:spcBef>
                <a:spcPts val="0"/>
              </a:spcBef>
              <a:buFont typeface="Arial"/>
              <a:buChar char="•"/>
              <a:defRPr sz="1300">
                <a:solidFill>
                  <a:schemeClr val="tx1"/>
                </a:solidFill>
                <a:latin typeface="Century Gothic"/>
                <a:cs typeface="Century Gothic"/>
              </a:defRPr>
            </a:lvl4pPr>
          </a:lstStyle>
          <a:p>
            <a:r>
              <a:rPr kumimoji="1" lang="en-US" altLang="zh-TW"/>
              <a:t>First level bullet</a:t>
            </a:r>
          </a:p>
          <a:p>
            <a:pPr lvl="1"/>
            <a:r>
              <a:rPr kumimoji="1" lang="en-US" altLang="zh-TW"/>
              <a:t>Second level bullet</a:t>
            </a:r>
          </a:p>
          <a:p>
            <a:pPr lvl="2"/>
            <a:r>
              <a:rPr kumimoji="1" lang="en-US" altLang="zh-TW"/>
              <a:t>Third level bullet</a:t>
            </a:r>
          </a:p>
          <a:p>
            <a:pPr lvl="3"/>
            <a:r>
              <a:rPr kumimoji="1" lang="en-US" altLang="zh-TW"/>
              <a:t>Fourth level bullet</a:t>
            </a:r>
          </a:p>
        </p:txBody>
      </p:sp>
    </p:spTree>
    <p:extLst>
      <p:ext uri="{BB962C8B-B14F-4D97-AF65-F5344CB8AC3E}">
        <p14:creationId xmlns:p14="http://schemas.microsoft.com/office/powerpoint/2010/main" val="3511055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15" name="文字方塊 14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6" name="群組 15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7" name="文字方塊 16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12/11/2023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8" name="文字方塊 17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9" name="文字方塊 18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755649" y="284649"/>
            <a:ext cx="7629527" cy="39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2800" b="1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52475" y="973910"/>
            <a:ext cx="7629528" cy="3840977"/>
          </a:xfrm>
          <a:prstGeom prst="rect">
            <a:avLst/>
          </a:prstGeom>
        </p:spPr>
        <p:txBody>
          <a:bodyPr/>
          <a:lstStyle>
            <a:lvl1pPr>
              <a:defRPr lang="en-US" sz="2000" b="1" baseline="0" dirty="0" smtClean="0">
                <a:solidFill>
                  <a:schemeClr val="accent1"/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33600" indent="-285750" algn="l" defTabSz="4572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altLang="zh-TW" sz="1500" kern="1200" dirty="0" smtClean="0">
                <a:solidFill>
                  <a:schemeClr val="tx1"/>
                </a:solidFill>
                <a:latin typeface="Century Gothic" panose="020B0502020202020204" pitchFamily="34" charset="0"/>
                <a:ea typeface=""/>
                <a:cs typeface="+mn-cs"/>
              </a:defRPr>
            </a:lvl2pPr>
            <a:lvl3pPr marL="914400" indent="-284400" algn="l" defTabSz="4572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kumimoji="1" lang="en-US" altLang="zh-TW" sz="1400" kern="1200" baseline="0" dirty="0" smtClean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910800" indent="-228600">
              <a:lnSpc>
                <a:spcPct val="150000"/>
              </a:lnSpc>
              <a:spcBef>
                <a:spcPts val="0"/>
              </a:spcBef>
              <a:buFont typeface="Wingdings" charset="2"/>
              <a:buChar char="l"/>
              <a:defRPr sz="1400"/>
            </a:lvl4pPr>
            <a:lvl5pPr marL="91440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  <a:defRPr sz="1400"/>
            </a:lvl5pPr>
            <a:lvl6pPr marL="914400" indent="284400">
              <a:lnSpc>
                <a:spcPct val="150000"/>
              </a:lnSpc>
              <a:spcBef>
                <a:spcPts val="0"/>
              </a:spcBef>
              <a:defRPr sz="1400"/>
            </a:lvl6pPr>
          </a:lstStyle>
          <a:p>
            <a:r>
              <a:rPr kumimoji="1" lang="en-US" altLang="zh-TW"/>
              <a:t>Topic 1</a:t>
            </a:r>
          </a:p>
          <a:p>
            <a:endParaRPr kumimoji="1" lang="en-US" altLang="zh-TW"/>
          </a:p>
          <a:p>
            <a:r>
              <a:rPr kumimoji="1" lang="en-US" altLang="zh-TW"/>
              <a:t>Topic 2</a:t>
            </a:r>
          </a:p>
          <a:p>
            <a:endParaRPr kumimoji="1" lang="en-US" altLang="zh-TW"/>
          </a:p>
          <a:p>
            <a:r>
              <a:rPr kumimoji="1" lang="en-US" altLang="zh-TW"/>
              <a:t>Topic 3</a:t>
            </a:r>
          </a:p>
          <a:p>
            <a:endParaRPr kumimoji="1" lang="en-US" altLang="zh-TW"/>
          </a:p>
          <a:p>
            <a:r>
              <a:rPr kumimoji="1" lang="en-US" altLang="zh-TW"/>
              <a:t>Topic 4</a:t>
            </a:r>
          </a:p>
          <a:p>
            <a:pPr lvl="1"/>
            <a:r>
              <a:rPr kumimoji="1" lang="en-US" altLang="zh-TW"/>
              <a:t>Content goes here</a:t>
            </a:r>
          </a:p>
          <a:p>
            <a:pPr lvl="2"/>
            <a:r>
              <a:rPr kumimoji="1" lang="en-US" altLang="zh-TW"/>
              <a:t>Content goes here</a:t>
            </a:r>
          </a:p>
        </p:txBody>
      </p:sp>
    </p:spTree>
    <p:extLst>
      <p:ext uri="{BB962C8B-B14F-4D97-AF65-F5344CB8AC3E}">
        <p14:creationId xmlns:p14="http://schemas.microsoft.com/office/powerpoint/2010/main" val="3921248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opic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群組 20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22" name="文字方塊 21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23" name="群組 22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24" name="文字方塊 23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12/11/2023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5" name="文字方塊 24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6" name="文字方塊 25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  <p:sp>
        <p:nvSpPr>
          <p:cNvPr id="3" name="Title 1"/>
          <p:cNvSpPr>
            <a:spLocks noGrp="1"/>
          </p:cNvSpPr>
          <p:nvPr>
            <p:ph type="ctrTitle" hasCustomPrompt="1"/>
          </p:nvPr>
        </p:nvSpPr>
        <p:spPr>
          <a:xfrm>
            <a:off x="755649" y="284649"/>
            <a:ext cx="7629527" cy="39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2800" b="1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r>
              <a:rPr lang="en-US" altLang="zh-TW"/>
              <a:t>Topic</a:t>
            </a:r>
            <a:endParaRPr lang="en-US"/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740408" y="993537"/>
            <a:ext cx="2848162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 userDrawn="1"/>
        </p:nvCxnSpPr>
        <p:spPr>
          <a:xfrm>
            <a:off x="5508428" y="993537"/>
            <a:ext cx="2869128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版面配置區 8"/>
          <p:cNvSpPr>
            <a:spLocks noGrp="1"/>
          </p:cNvSpPr>
          <p:nvPr>
            <p:ph type="body" sz="quarter" idx="10" hasCustomPrompt="1"/>
          </p:nvPr>
        </p:nvSpPr>
        <p:spPr>
          <a:xfrm>
            <a:off x="740407" y="1009268"/>
            <a:ext cx="2863403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01</a:t>
            </a:r>
            <a:endParaRPr lang="zh-TW" altLang="en-US"/>
          </a:p>
        </p:txBody>
      </p:sp>
      <p:sp>
        <p:nvSpPr>
          <p:cNvPr id="11" name="文字版面配置區 8"/>
          <p:cNvSpPr>
            <a:spLocks noGrp="1"/>
          </p:cNvSpPr>
          <p:nvPr>
            <p:ph type="body" sz="quarter" idx="11" hasCustomPrompt="1"/>
          </p:nvPr>
        </p:nvSpPr>
        <p:spPr>
          <a:xfrm>
            <a:off x="740408" y="1344865"/>
            <a:ext cx="2863403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Topic 1</a:t>
            </a:r>
            <a:endParaRPr lang="zh-TW" altLang="en-US"/>
          </a:p>
        </p:txBody>
      </p:sp>
      <p:sp>
        <p:nvSpPr>
          <p:cNvPr id="12" name="文字版面配置區 8"/>
          <p:cNvSpPr>
            <a:spLocks noGrp="1"/>
          </p:cNvSpPr>
          <p:nvPr>
            <p:ph type="body" sz="quarter" idx="12" hasCustomPrompt="1"/>
          </p:nvPr>
        </p:nvSpPr>
        <p:spPr>
          <a:xfrm>
            <a:off x="740407" y="1809686"/>
            <a:ext cx="2863403" cy="690324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altLang="zh-TW"/>
              <a:t>Description goes here Description goes here</a:t>
            </a:r>
          </a:p>
        </p:txBody>
      </p:sp>
      <p:sp>
        <p:nvSpPr>
          <p:cNvPr id="13" name="文字版面配置區 8"/>
          <p:cNvSpPr>
            <a:spLocks noGrp="1"/>
          </p:cNvSpPr>
          <p:nvPr>
            <p:ph type="body" sz="quarter" idx="13" hasCustomPrompt="1"/>
          </p:nvPr>
        </p:nvSpPr>
        <p:spPr>
          <a:xfrm>
            <a:off x="5508428" y="1009268"/>
            <a:ext cx="2876748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03</a:t>
            </a:r>
            <a:endParaRPr lang="zh-TW" altLang="en-US"/>
          </a:p>
        </p:txBody>
      </p:sp>
      <p:sp>
        <p:nvSpPr>
          <p:cNvPr id="14" name="文字版面配置區 8"/>
          <p:cNvSpPr>
            <a:spLocks noGrp="1"/>
          </p:cNvSpPr>
          <p:nvPr>
            <p:ph type="body" sz="quarter" idx="14" hasCustomPrompt="1"/>
          </p:nvPr>
        </p:nvSpPr>
        <p:spPr>
          <a:xfrm>
            <a:off x="5508428" y="1344865"/>
            <a:ext cx="2869128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Topic 3</a:t>
            </a:r>
            <a:endParaRPr lang="zh-TW" altLang="en-US"/>
          </a:p>
        </p:txBody>
      </p:sp>
      <p:sp>
        <p:nvSpPr>
          <p:cNvPr id="15" name="文字版面配置區 8"/>
          <p:cNvSpPr>
            <a:spLocks noGrp="1"/>
          </p:cNvSpPr>
          <p:nvPr>
            <p:ph type="body" sz="quarter" idx="15" hasCustomPrompt="1"/>
          </p:nvPr>
        </p:nvSpPr>
        <p:spPr>
          <a:xfrm>
            <a:off x="5508428" y="1809685"/>
            <a:ext cx="2876748" cy="690325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altLang="zh-TW"/>
              <a:t>Description goes here Description goes here</a:t>
            </a:r>
          </a:p>
        </p:txBody>
      </p:sp>
      <p:sp>
        <p:nvSpPr>
          <p:cNvPr id="16" name="文字版面配置區 8"/>
          <p:cNvSpPr>
            <a:spLocks noGrp="1"/>
          </p:cNvSpPr>
          <p:nvPr>
            <p:ph type="body" sz="quarter" idx="16" hasCustomPrompt="1"/>
          </p:nvPr>
        </p:nvSpPr>
        <p:spPr>
          <a:xfrm>
            <a:off x="3043835" y="3241769"/>
            <a:ext cx="2742305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02</a:t>
            </a:r>
            <a:endParaRPr lang="zh-TW" altLang="en-US"/>
          </a:p>
        </p:txBody>
      </p:sp>
      <p:sp>
        <p:nvSpPr>
          <p:cNvPr id="17" name="文字版面配置區 8"/>
          <p:cNvSpPr>
            <a:spLocks noGrp="1"/>
          </p:cNvSpPr>
          <p:nvPr>
            <p:ph type="body" sz="quarter" idx="17" hasCustomPrompt="1"/>
          </p:nvPr>
        </p:nvSpPr>
        <p:spPr>
          <a:xfrm>
            <a:off x="3043836" y="3577366"/>
            <a:ext cx="2742305" cy="495617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kumimoji="0" lang="en-US" altLang="zh-TW" sz="2500" b="1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entury Gothic"/>
                <a:cs typeface="Century Gothic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zh-TW"/>
              <a:t>Topic 2</a:t>
            </a:r>
            <a:endParaRPr lang="zh-TW" altLang="en-US"/>
          </a:p>
          <a:p>
            <a:pPr lvl="0"/>
            <a:endParaRPr kumimoji="0" lang="en-US" altLang="zh-TW" sz="2500" b="1" i="0" u="none" strike="noStrike" kern="1200" cap="none" spc="0" normalizeH="0" baseline="0" noProof="0">
              <a:ln>
                <a:noFill/>
              </a:ln>
              <a:solidFill>
                <a:srgbClr val="FFC800"/>
              </a:solidFill>
              <a:effectLst/>
              <a:uLnTx/>
              <a:uFillTx/>
              <a:latin typeface="Century Gothic"/>
              <a:ea typeface="+mj-ea"/>
              <a:cs typeface="Century Gothic"/>
            </a:endParaRPr>
          </a:p>
        </p:txBody>
      </p:sp>
      <p:sp>
        <p:nvSpPr>
          <p:cNvPr id="18" name="文字版面配置區 8"/>
          <p:cNvSpPr>
            <a:spLocks noGrp="1"/>
          </p:cNvSpPr>
          <p:nvPr>
            <p:ph type="body" sz="quarter" idx="18" hasCustomPrompt="1"/>
          </p:nvPr>
        </p:nvSpPr>
        <p:spPr>
          <a:xfrm>
            <a:off x="3043835" y="4042187"/>
            <a:ext cx="2742305" cy="640304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altLang="zh-TW"/>
              <a:t>Description goes here Description goes here</a:t>
            </a:r>
          </a:p>
        </p:txBody>
      </p:sp>
      <p:cxnSp>
        <p:nvCxnSpPr>
          <p:cNvPr id="19" name="直線接點 18"/>
          <p:cNvCxnSpPr/>
          <p:nvPr userDrawn="1"/>
        </p:nvCxnSpPr>
        <p:spPr>
          <a:xfrm>
            <a:off x="3043836" y="3229772"/>
            <a:ext cx="2742305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286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opic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群組 22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24" name="文字方塊 23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31" name="群組 30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32" name="文字方塊 31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12/11/2023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33" name="文字方塊 32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34" name="文字方塊 33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  <p:sp>
        <p:nvSpPr>
          <p:cNvPr id="3" name="Title 1"/>
          <p:cNvSpPr>
            <a:spLocks noGrp="1"/>
          </p:cNvSpPr>
          <p:nvPr>
            <p:ph type="ctrTitle" hasCustomPrompt="1"/>
          </p:nvPr>
        </p:nvSpPr>
        <p:spPr>
          <a:xfrm>
            <a:off x="755649" y="284649"/>
            <a:ext cx="7629527" cy="39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2800" b="1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r>
              <a:rPr lang="en-US"/>
              <a:t>Topic</a:t>
            </a:r>
          </a:p>
        </p:txBody>
      </p:sp>
      <p:cxnSp>
        <p:nvCxnSpPr>
          <p:cNvPr id="4" name="直線接點 3"/>
          <p:cNvCxnSpPr/>
          <p:nvPr userDrawn="1"/>
        </p:nvCxnSpPr>
        <p:spPr>
          <a:xfrm>
            <a:off x="755649" y="991478"/>
            <a:ext cx="2114301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字版面配置區 8"/>
          <p:cNvSpPr>
            <a:spLocks noGrp="1"/>
          </p:cNvSpPr>
          <p:nvPr>
            <p:ph type="body" sz="quarter" idx="10" hasCustomPrompt="1"/>
          </p:nvPr>
        </p:nvSpPr>
        <p:spPr>
          <a:xfrm>
            <a:off x="755649" y="1035889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01</a:t>
            </a:r>
            <a:endParaRPr lang="zh-TW" altLang="en-US"/>
          </a:p>
        </p:txBody>
      </p:sp>
      <p:sp>
        <p:nvSpPr>
          <p:cNvPr id="10" name="文字版面配置區 8"/>
          <p:cNvSpPr>
            <a:spLocks noGrp="1"/>
          </p:cNvSpPr>
          <p:nvPr>
            <p:ph type="body" sz="quarter" idx="11" hasCustomPrompt="1"/>
          </p:nvPr>
        </p:nvSpPr>
        <p:spPr>
          <a:xfrm>
            <a:off x="755649" y="1442932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Blue set</a:t>
            </a:r>
            <a:endParaRPr lang="zh-TW" altLang="en-US"/>
          </a:p>
        </p:txBody>
      </p:sp>
      <p:cxnSp>
        <p:nvCxnSpPr>
          <p:cNvPr id="25" name="直線接點 24"/>
          <p:cNvCxnSpPr/>
          <p:nvPr userDrawn="1"/>
        </p:nvCxnSpPr>
        <p:spPr>
          <a:xfrm>
            <a:off x="3513262" y="991478"/>
            <a:ext cx="2114301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字版面配置區 8"/>
          <p:cNvSpPr>
            <a:spLocks noGrp="1"/>
          </p:cNvSpPr>
          <p:nvPr>
            <p:ph type="body" sz="quarter" idx="12" hasCustomPrompt="1"/>
          </p:nvPr>
        </p:nvSpPr>
        <p:spPr>
          <a:xfrm>
            <a:off x="3513262" y="1035889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02</a:t>
            </a:r>
            <a:endParaRPr lang="zh-TW" altLang="en-US"/>
          </a:p>
        </p:txBody>
      </p:sp>
      <p:sp>
        <p:nvSpPr>
          <p:cNvPr id="27" name="文字版面配置區 8"/>
          <p:cNvSpPr>
            <a:spLocks noGrp="1"/>
          </p:cNvSpPr>
          <p:nvPr>
            <p:ph type="body" sz="quarter" idx="13" hasCustomPrompt="1"/>
          </p:nvPr>
        </p:nvSpPr>
        <p:spPr>
          <a:xfrm>
            <a:off x="3513262" y="1442932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Blue set</a:t>
            </a:r>
            <a:endParaRPr lang="zh-TW" altLang="en-US"/>
          </a:p>
        </p:txBody>
      </p:sp>
      <p:cxnSp>
        <p:nvCxnSpPr>
          <p:cNvPr id="28" name="直線接點 27"/>
          <p:cNvCxnSpPr/>
          <p:nvPr userDrawn="1"/>
        </p:nvCxnSpPr>
        <p:spPr>
          <a:xfrm>
            <a:off x="6270876" y="991478"/>
            <a:ext cx="2114301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字版面配置區 8"/>
          <p:cNvSpPr>
            <a:spLocks noGrp="1"/>
          </p:cNvSpPr>
          <p:nvPr>
            <p:ph type="body" sz="quarter" idx="14" hasCustomPrompt="1"/>
          </p:nvPr>
        </p:nvSpPr>
        <p:spPr>
          <a:xfrm>
            <a:off x="6270876" y="1035889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03</a:t>
            </a:r>
            <a:endParaRPr lang="zh-TW" altLang="en-US"/>
          </a:p>
        </p:txBody>
      </p:sp>
      <p:sp>
        <p:nvSpPr>
          <p:cNvPr id="30" name="文字版面配置區 8"/>
          <p:cNvSpPr>
            <a:spLocks noGrp="1"/>
          </p:cNvSpPr>
          <p:nvPr>
            <p:ph type="body" sz="quarter" idx="15" hasCustomPrompt="1"/>
          </p:nvPr>
        </p:nvSpPr>
        <p:spPr>
          <a:xfrm>
            <a:off x="6270876" y="1442932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Blue set</a:t>
            </a:r>
            <a:endParaRPr lang="zh-TW" altLang="en-US"/>
          </a:p>
        </p:txBody>
      </p:sp>
      <p:cxnSp>
        <p:nvCxnSpPr>
          <p:cNvPr id="52" name="直線接點 51"/>
          <p:cNvCxnSpPr/>
          <p:nvPr userDrawn="1"/>
        </p:nvCxnSpPr>
        <p:spPr>
          <a:xfrm>
            <a:off x="755650" y="2885592"/>
            <a:ext cx="2114301" cy="0"/>
          </a:xfrm>
          <a:prstGeom prst="line">
            <a:avLst/>
          </a:prstGeom>
          <a:ln>
            <a:solidFill>
              <a:schemeClr val="accent4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文字版面配置區 8"/>
          <p:cNvSpPr>
            <a:spLocks noGrp="1"/>
          </p:cNvSpPr>
          <p:nvPr>
            <p:ph type="body" sz="quarter" idx="16" hasCustomPrompt="1"/>
          </p:nvPr>
        </p:nvSpPr>
        <p:spPr>
          <a:xfrm>
            <a:off x="755650" y="2930003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altLang="zh-TW"/>
              <a:t>04</a:t>
            </a:r>
            <a:endParaRPr lang="zh-TW" altLang="en-US"/>
          </a:p>
        </p:txBody>
      </p:sp>
      <p:sp>
        <p:nvSpPr>
          <p:cNvPr id="54" name="文字版面配置區 8"/>
          <p:cNvSpPr>
            <a:spLocks noGrp="1"/>
          </p:cNvSpPr>
          <p:nvPr>
            <p:ph type="body" sz="quarter" idx="17" hasCustomPrompt="1"/>
          </p:nvPr>
        </p:nvSpPr>
        <p:spPr>
          <a:xfrm>
            <a:off x="755650" y="3337046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altLang="zh-TW"/>
              <a:t>Yellow set</a:t>
            </a:r>
            <a:endParaRPr lang="zh-TW" altLang="en-US"/>
          </a:p>
        </p:txBody>
      </p:sp>
      <p:cxnSp>
        <p:nvCxnSpPr>
          <p:cNvPr id="55" name="直線接點 54"/>
          <p:cNvCxnSpPr/>
          <p:nvPr userDrawn="1"/>
        </p:nvCxnSpPr>
        <p:spPr>
          <a:xfrm>
            <a:off x="3513263" y="2885592"/>
            <a:ext cx="2114301" cy="0"/>
          </a:xfrm>
          <a:prstGeom prst="line">
            <a:avLst/>
          </a:prstGeom>
          <a:ln>
            <a:solidFill>
              <a:schemeClr val="accent4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文字版面配置區 8"/>
          <p:cNvSpPr>
            <a:spLocks noGrp="1"/>
          </p:cNvSpPr>
          <p:nvPr>
            <p:ph type="body" sz="quarter" idx="18" hasCustomPrompt="1"/>
          </p:nvPr>
        </p:nvSpPr>
        <p:spPr>
          <a:xfrm>
            <a:off x="3513263" y="2930003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altLang="zh-TW"/>
              <a:t>05</a:t>
            </a:r>
            <a:endParaRPr lang="zh-TW" altLang="en-US"/>
          </a:p>
        </p:txBody>
      </p:sp>
      <p:sp>
        <p:nvSpPr>
          <p:cNvPr id="57" name="文字版面配置區 8"/>
          <p:cNvSpPr>
            <a:spLocks noGrp="1"/>
          </p:cNvSpPr>
          <p:nvPr>
            <p:ph type="body" sz="quarter" idx="19" hasCustomPrompt="1"/>
          </p:nvPr>
        </p:nvSpPr>
        <p:spPr>
          <a:xfrm>
            <a:off x="3513263" y="3337046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altLang="zh-TW"/>
              <a:t>Yellow set</a:t>
            </a:r>
            <a:endParaRPr lang="zh-TW" altLang="en-US"/>
          </a:p>
        </p:txBody>
      </p:sp>
      <p:cxnSp>
        <p:nvCxnSpPr>
          <p:cNvPr id="58" name="直線接點 57"/>
          <p:cNvCxnSpPr/>
          <p:nvPr userDrawn="1"/>
        </p:nvCxnSpPr>
        <p:spPr>
          <a:xfrm>
            <a:off x="6270877" y="2885592"/>
            <a:ext cx="2114301" cy="0"/>
          </a:xfrm>
          <a:prstGeom prst="line">
            <a:avLst/>
          </a:prstGeom>
          <a:ln>
            <a:solidFill>
              <a:schemeClr val="accent4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文字版面配置區 8"/>
          <p:cNvSpPr>
            <a:spLocks noGrp="1"/>
          </p:cNvSpPr>
          <p:nvPr>
            <p:ph type="body" sz="quarter" idx="20" hasCustomPrompt="1"/>
          </p:nvPr>
        </p:nvSpPr>
        <p:spPr>
          <a:xfrm>
            <a:off x="6270877" y="2930003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altLang="zh-TW"/>
              <a:t>06</a:t>
            </a:r>
            <a:endParaRPr lang="zh-TW" altLang="en-US"/>
          </a:p>
        </p:txBody>
      </p:sp>
      <p:sp>
        <p:nvSpPr>
          <p:cNvPr id="60" name="文字版面配置區 8"/>
          <p:cNvSpPr>
            <a:spLocks noGrp="1"/>
          </p:cNvSpPr>
          <p:nvPr>
            <p:ph type="body" sz="quarter" idx="21" hasCustomPrompt="1"/>
          </p:nvPr>
        </p:nvSpPr>
        <p:spPr>
          <a:xfrm>
            <a:off x="6270877" y="3337046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altLang="zh-TW"/>
              <a:t>Yellow set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7271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476" userDrawn="1">
          <p15:clr>
            <a:srgbClr val="FBAE40"/>
          </p15:clr>
        </p15:guide>
        <p15:guide id="3" pos="528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, Subtitle, images and Bulleted List-1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群組 11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14" name="文字方塊 13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5" name="群組 14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7" name="文字方塊 16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12/11/2023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8" name="文字方塊 17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9" name="文字方塊 18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  <p:sp>
        <p:nvSpPr>
          <p:cNvPr id="36" name="Picture Placeholder 2"/>
          <p:cNvSpPr>
            <a:spLocks noGrp="1"/>
          </p:cNvSpPr>
          <p:nvPr>
            <p:ph type="pic" idx="22" hasCustomPrompt="1"/>
          </p:nvPr>
        </p:nvSpPr>
        <p:spPr>
          <a:xfrm>
            <a:off x="5134488" y="1159672"/>
            <a:ext cx="3240000" cy="36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 i="0">
                <a:latin typeface="Century Gothic"/>
                <a:cs typeface="Century Gothic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Image goes here</a:t>
            </a:r>
          </a:p>
        </p:txBody>
      </p:sp>
      <p:sp>
        <p:nvSpPr>
          <p:cNvPr id="25" name="文字版面配置區 8"/>
          <p:cNvSpPr>
            <a:spLocks noGrp="1"/>
          </p:cNvSpPr>
          <p:nvPr>
            <p:ph type="body" idx="23" hasCustomPrompt="1"/>
          </p:nvPr>
        </p:nvSpPr>
        <p:spPr>
          <a:xfrm>
            <a:off x="755651" y="988852"/>
            <a:ext cx="1170090" cy="39624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altLang="zh-TW"/>
              <a:t>Title1</a:t>
            </a:r>
            <a:endParaRPr lang="zh-TW" altLang="en-US"/>
          </a:p>
        </p:txBody>
      </p:sp>
      <p:sp>
        <p:nvSpPr>
          <p:cNvPr id="26" name="文字版面配置區 8"/>
          <p:cNvSpPr>
            <a:spLocks noGrp="1"/>
          </p:cNvSpPr>
          <p:nvPr>
            <p:ph type="body" idx="20" hasCustomPrompt="1"/>
          </p:nvPr>
        </p:nvSpPr>
        <p:spPr>
          <a:xfrm>
            <a:off x="755651" y="2424351"/>
            <a:ext cx="1170090" cy="39624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altLang="zh-TW"/>
              <a:t>Title2</a:t>
            </a:r>
            <a:endParaRPr lang="zh-TW" altLang="en-US"/>
          </a:p>
        </p:txBody>
      </p:sp>
      <p:sp>
        <p:nvSpPr>
          <p:cNvPr id="27" name="文字版面配置區 8"/>
          <p:cNvSpPr>
            <a:spLocks noGrp="1"/>
          </p:cNvSpPr>
          <p:nvPr>
            <p:ph type="body" idx="21" hasCustomPrompt="1"/>
          </p:nvPr>
        </p:nvSpPr>
        <p:spPr>
          <a:xfrm>
            <a:off x="755651" y="3852807"/>
            <a:ext cx="1170090" cy="39624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altLang="zh-TW"/>
              <a:t>Title3</a:t>
            </a:r>
            <a:endParaRPr lang="zh-TW" altLang="en-US"/>
          </a:p>
        </p:txBody>
      </p:sp>
      <p:sp>
        <p:nvSpPr>
          <p:cNvPr id="28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755651" y="1400039"/>
            <a:ext cx="3813174" cy="553998"/>
          </a:xfrm>
          <a:prstGeom prst="rect">
            <a:avLst/>
          </a:prstGeom>
        </p:spPr>
        <p:txBody>
          <a:bodyPr wrap="square" lIns="0" tIns="0" rIns="0" anchor="t">
            <a:sp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 b="0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altLang="zh-TW"/>
              <a:t>Statement, sentence quote goes here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altLang="zh-TW"/>
              <a:t>Statement, sentence quote goes here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755651" y="2833602"/>
            <a:ext cx="3813174" cy="553998"/>
          </a:xfrm>
          <a:prstGeom prst="rect">
            <a:avLst/>
          </a:prstGeom>
        </p:spPr>
        <p:txBody>
          <a:bodyPr wrap="square" lIns="0" tIns="0" rIns="0" anchor="t">
            <a:sp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 b="0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altLang="zh-TW"/>
              <a:t>Statement, sentence quote goes here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altLang="zh-TW"/>
              <a:t>Statement, sentence quote goes here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755651" y="4260890"/>
            <a:ext cx="3813174" cy="553998"/>
          </a:xfrm>
          <a:prstGeom prst="rect">
            <a:avLst/>
          </a:prstGeom>
        </p:spPr>
        <p:txBody>
          <a:bodyPr wrap="square" lIns="0" tIns="0" rIns="0" anchor="t">
            <a:sp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 b="0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altLang="zh-TW"/>
              <a:t>Statement, sentence quote goes here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altLang="zh-TW"/>
              <a:t>Statement, sentence quote goes here</a:t>
            </a:r>
          </a:p>
        </p:txBody>
      </p:sp>
      <p:sp>
        <p:nvSpPr>
          <p:cNvPr id="31" name="Title 1"/>
          <p:cNvSpPr>
            <a:spLocks noGrp="1"/>
          </p:cNvSpPr>
          <p:nvPr>
            <p:ph type="ctrTitle" hasCustomPrompt="1"/>
          </p:nvPr>
        </p:nvSpPr>
        <p:spPr>
          <a:xfrm>
            <a:off x="752475" y="284553"/>
            <a:ext cx="7639050" cy="39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2800" b="1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r>
              <a:rPr lang="en-US"/>
              <a:t>Content page</a:t>
            </a:r>
          </a:p>
        </p:txBody>
      </p:sp>
    </p:spTree>
    <p:extLst>
      <p:ext uri="{BB962C8B-B14F-4D97-AF65-F5344CB8AC3E}">
        <p14:creationId xmlns:p14="http://schemas.microsoft.com/office/powerpoint/2010/main" val="1953711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Ending page-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266" y="2267550"/>
            <a:ext cx="1667468" cy="6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7745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Ending page-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8617181" y="4730520"/>
            <a:ext cx="313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4BC15EF-E42F-254F-9D0C-3225ADE9C3FE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476" y="2267582"/>
            <a:ext cx="1675048" cy="60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0780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Ending page-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266" y="2267550"/>
            <a:ext cx="1667468" cy="6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6451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Ending page-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8617181" y="4730520"/>
            <a:ext cx="313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4BC15EF-E42F-254F-9D0C-3225ADE9C3FE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476" y="2267582"/>
            <a:ext cx="1675048" cy="60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6276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Ending page-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600" y="2269079"/>
            <a:ext cx="1666800" cy="60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063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 txBox="1">
            <a:spLocks/>
          </p:cNvSpPr>
          <p:nvPr userDrawn="1"/>
        </p:nvSpPr>
        <p:spPr>
          <a:xfrm>
            <a:off x="8617181" y="4730520"/>
            <a:ext cx="313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4BC15EF-E42F-254F-9D0C-3225ADE9C3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63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12" r:id="rId2"/>
    <p:sldLayoutId id="2147483654" r:id="rId3"/>
    <p:sldLayoutId id="2147483713" r:id="rId4"/>
    <p:sldLayoutId id="2147483661" r:id="rId5"/>
    <p:sldLayoutId id="2147483714" r:id="rId6"/>
    <p:sldLayoutId id="2147483660" r:id="rId7"/>
    <p:sldLayoutId id="2147483702" r:id="rId8"/>
    <p:sldLayoutId id="2147483703" r:id="rId9"/>
    <p:sldLayoutId id="2147483704" r:id="rId10"/>
    <p:sldLayoutId id="2147483705" r:id="rId11"/>
    <p:sldLayoutId id="2147483662" r:id="rId12"/>
    <p:sldLayoutId id="2147483697" r:id="rId13"/>
    <p:sldLayoutId id="2147483698" r:id="rId14"/>
    <p:sldLayoutId id="2147483711" r:id="rId15"/>
    <p:sldLayoutId id="2147483667" r:id="rId16"/>
    <p:sldLayoutId id="2147483668" r:id="rId17"/>
    <p:sldLayoutId id="2147483701" r:id="rId18"/>
    <p:sldLayoutId id="2147483706" r:id="rId19"/>
    <p:sldLayoutId id="2147483707" r:id="rId20"/>
    <p:sldLayoutId id="2147483699" r:id="rId21"/>
    <p:sldLayoutId id="2147483650" r:id="rId22"/>
    <p:sldLayoutId id="2147483666" r:id="rId23"/>
    <p:sldLayoutId id="2147483708" r:id="rId24"/>
    <p:sldLayoutId id="2147483709" r:id="rId25"/>
    <p:sldLayoutId id="2147483710" r:id="rId26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97034" y="1370558"/>
            <a:ext cx="8229600" cy="1274195"/>
          </a:xfrm>
        </p:spPr>
        <p:txBody>
          <a:bodyPr/>
          <a:lstStyle/>
          <a:p>
            <a:r>
              <a:rPr lang="en-US" altLang="zh-TW" dirty="0"/>
              <a:t>TR-069/TR-369 APIs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360339" y="2812676"/>
            <a:ext cx="6400800" cy="184666"/>
          </a:xfrm>
        </p:spPr>
        <p:txBody>
          <a:bodyPr/>
          <a:lstStyle/>
          <a:p>
            <a:r>
              <a:rPr lang="en-US" altLang="zh-TW"/>
              <a:t>Update: 2023/Dec/12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827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RESTful API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B76C88F-E058-F1F7-F131-42F40AEB6EA8}"/>
              </a:ext>
            </a:extLst>
          </p:cNvPr>
          <p:cNvSpPr txBox="1"/>
          <p:nvPr/>
        </p:nvSpPr>
        <p:spPr>
          <a:xfrm>
            <a:off x="755649" y="1142998"/>
            <a:ext cx="81454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A </a:t>
            </a:r>
            <a:r>
              <a:rPr lang="en-US" altLang="zh-TW" sz="1600" b="1" dirty="0"/>
              <a:t>REST</a:t>
            </a:r>
            <a:r>
              <a:rPr lang="en-US" altLang="zh-TW" sz="1600" dirty="0"/>
              <a:t>(Representational State Transfer. As know as </a:t>
            </a:r>
            <a:r>
              <a:rPr lang="en-US" altLang="zh-TW" sz="1600" b="1" dirty="0"/>
              <a:t>RESTful</a:t>
            </a:r>
            <a:r>
              <a:rPr lang="en-US" altLang="zh-TW" sz="1600" dirty="0"/>
              <a:t>) API is an architectural style for an application program interface (API) that uses </a:t>
            </a:r>
            <a:r>
              <a:rPr lang="en-US" altLang="zh-TW" sz="1600" b="1" dirty="0"/>
              <a:t>HTTP</a:t>
            </a:r>
            <a:r>
              <a:rPr lang="en-US" altLang="zh-TW" sz="1600" dirty="0"/>
              <a:t> requests to access and use data.</a:t>
            </a:r>
          </a:p>
          <a:p>
            <a:endParaRPr lang="en-US" altLang="zh-TW" sz="1600" dirty="0"/>
          </a:p>
          <a:p>
            <a:r>
              <a:rPr lang="en-US" altLang="zh-TW" sz="1600" dirty="0"/>
              <a:t>A RESTful API uses existing HTTP methodologies defined by the RFC 2616 protocol, such as:</a:t>
            </a:r>
          </a:p>
          <a:p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b="1" dirty="0"/>
              <a:t>GET</a:t>
            </a:r>
            <a:r>
              <a:rPr lang="en-US" altLang="zh-TW" sz="1600" dirty="0"/>
              <a:t> to retrieve a resource;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b="1" dirty="0"/>
              <a:t>PUT </a:t>
            </a:r>
            <a:r>
              <a:rPr lang="en-US" altLang="zh-TW" sz="1600" dirty="0"/>
              <a:t>to change the state of or update a resource, which can be an object, file or block;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b="1" dirty="0"/>
              <a:t>POST</a:t>
            </a:r>
            <a:r>
              <a:rPr lang="en-US" altLang="zh-TW" sz="1600" dirty="0"/>
              <a:t> to create that resource; 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b="1" dirty="0"/>
              <a:t>DELETE</a:t>
            </a:r>
            <a:r>
              <a:rPr lang="en-US" altLang="zh-TW" sz="1600" dirty="0"/>
              <a:t> to remove it.</a:t>
            </a:r>
            <a:endParaRPr lang="zh-TW" altLang="en-US" sz="1600" dirty="0" err="1"/>
          </a:p>
        </p:txBody>
      </p:sp>
    </p:spTree>
    <p:extLst>
      <p:ext uri="{BB962C8B-B14F-4D97-AF65-F5344CB8AC3E}">
        <p14:creationId xmlns:p14="http://schemas.microsoft.com/office/powerpoint/2010/main" val="1614152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AXESS4 AXAPI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4B08932-0634-A836-2F09-E3392E5A4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99" y="885825"/>
            <a:ext cx="8064201" cy="38766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9EDE237-EDCA-B846-EA43-4A9A7E97871C}"/>
              </a:ext>
            </a:extLst>
          </p:cNvPr>
          <p:cNvSpPr/>
          <p:nvPr/>
        </p:nvSpPr>
        <p:spPr>
          <a:xfrm>
            <a:off x="485775" y="3336131"/>
            <a:ext cx="971550" cy="364332"/>
          </a:xfrm>
          <a:prstGeom prst="rect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6713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61F39A1D-2849-9B6A-6CCB-F01C19DB2C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659" r="75375" b="23901"/>
          <a:stretch/>
        </p:blipFill>
        <p:spPr>
          <a:xfrm>
            <a:off x="5802502" y="2717445"/>
            <a:ext cx="2687552" cy="1928028"/>
          </a:xfrm>
          <a:prstGeom prst="rect">
            <a:avLst/>
          </a:prstGeom>
          <a:ln w="38100">
            <a:solidFill>
              <a:schemeClr val="accent5"/>
            </a:solidFill>
          </a:ln>
        </p:spPr>
      </p:pic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Access RESTful API in Python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9C9CA5E-1161-3F77-7B95-181CF65E5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520" y="1628156"/>
            <a:ext cx="4245378" cy="294052"/>
          </a:xfrm>
          <a:prstGeom prst="rect">
            <a:avLst/>
          </a:prstGeom>
        </p:spPr>
      </p:pic>
      <p:sp>
        <p:nvSpPr>
          <p:cNvPr id="6" name="箭號: 向下 5">
            <a:extLst>
              <a:ext uri="{FF2B5EF4-FFF2-40B4-BE49-F238E27FC236}">
                <a16:creationId xmlns:a16="http://schemas.microsoft.com/office/drawing/2014/main" id="{3C1A714B-9543-443C-316E-47D176096516}"/>
              </a:ext>
            </a:extLst>
          </p:cNvPr>
          <p:cNvSpPr/>
          <p:nvPr/>
        </p:nvSpPr>
        <p:spPr>
          <a:xfrm>
            <a:off x="2271609" y="2298701"/>
            <a:ext cx="457200" cy="546098"/>
          </a:xfrm>
          <a:prstGeom prst="down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F41ACF2-ACFB-57CA-2DC7-7DBBA1E5E1EC}"/>
              </a:ext>
            </a:extLst>
          </p:cNvPr>
          <p:cNvSpPr txBox="1"/>
          <p:nvPr/>
        </p:nvSpPr>
        <p:spPr>
          <a:xfrm>
            <a:off x="208919" y="1059672"/>
            <a:ext cx="10420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 dirty="0"/>
              <a:t>HTTP </a:t>
            </a:r>
          </a:p>
          <a:p>
            <a:pPr algn="ctr"/>
            <a:r>
              <a:rPr lang="en-US" altLang="zh-TW" sz="1500" dirty="0"/>
              <a:t>method</a:t>
            </a:r>
            <a:endParaRPr lang="zh-TW" altLang="en-US" sz="1500" dirty="0" err="1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1A1DDB4-D0B6-7D94-3510-89198FE63B47}"/>
              </a:ext>
            </a:extLst>
          </p:cNvPr>
          <p:cNvSpPr txBox="1"/>
          <p:nvPr/>
        </p:nvSpPr>
        <p:spPr>
          <a:xfrm>
            <a:off x="2599746" y="1304990"/>
            <a:ext cx="138447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URL</a:t>
            </a:r>
            <a:endParaRPr lang="zh-TW" altLang="en-US" sz="1500" dirty="0" err="1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B10A4824-DABB-406C-E601-6AA6AB208A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19" y="3101709"/>
            <a:ext cx="5039780" cy="442747"/>
          </a:xfrm>
          <a:prstGeom prst="rect">
            <a:avLst/>
          </a:prstGeom>
          <a:ln w="38100">
            <a:solidFill>
              <a:srgbClr val="FF66FF"/>
            </a:solidFill>
          </a:ln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5E3511B1-1BE9-36AB-CE0C-AC8344969063}"/>
              </a:ext>
            </a:extLst>
          </p:cNvPr>
          <p:cNvSpPr/>
          <p:nvPr/>
        </p:nvSpPr>
        <p:spPr>
          <a:xfrm>
            <a:off x="377519" y="1628154"/>
            <a:ext cx="704305" cy="279567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21BD5C12-7F97-C7B3-0654-54B9244622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1088" y="284649"/>
            <a:ext cx="1638745" cy="21593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箭號: 向下 16">
            <a:extLst>
              <a:ext uri="{FF2B5EF4-FFF2-40B4-BE49-F238E27FC236}">
                <a16:creationId xmlns:a16="http://schemas.microsoft.com/office/drawing/2014/main" id="{F1955FCF-176E-B4D5-DEAA-43D87F7D9BA8}"/>
              </a:ext>
            </a:extLst>
          </p:cNvPr>
          <p:cNvSpPr/>
          <p:nvPr/>
        </p:nvSpPr>
        <p:spPr>
          <a:xfrm>
            <a:off x="6872391" y="2272946"/>
            <a:ext cx="457200" cy="546098"/>
          </a:xfrm>
          <a:prstGeom prst="down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3519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Access RESTful API in Python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7CCACF3-7227-8E5B-E550-347CC4E82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889137"/>
            <a:ext cx="7481888" cy="373413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553DAB7-FA52-5132-D41A-6088EA904F25}"/>
              </a:ext>
            </a:extLst>
          </p:cNvPr>
          <p:cNvSpPr/>
          <p:nvPr/>
        </p:nvSpPr>
        <p:spPr>
          <a:xfrm>
            <a:off x="757036" y="1585913"/>
            <a:ext cx="3843338" cy="257175"/>
          </a:xfrm>
          <a:prstGeom prst="rect">
            <a:avLst/>
          </a:prstGeom>
          <a:noFill/>
          <a:ln w="38100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1D6A13-E638-53CC-9F82-26B5FE7C4C11}"/>
              </a:ext>
            </a:extLst>
          </p:cNvPr>
          <p:cNvSpPr/>
          <p:nvPr/>
        </p:nvSpPr>
        <p:spPr>
          <a:xfrm>
            <a:off x="6038850" y="3159919"/>
            <a:ext cx="411956" cy="226219"/>
          </a:xfrm>
          <a:prstGeom prst="rect">
            <a:avLst/>
          </a:prstGeom>
          <a:noFill/>
          <a:ln w="38100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EC3C57-1A10-CA5F-844F-0B236383AC7C}"/>
              </a:ext>
            </a:extLst>
          </p:cNvPr>
          <p:cNvSpPr/>
          <p:nvPr/>
        </p:nvSpPr>
        <p:spPr>
          <a:xfrm>
            <a:off x="4496594" y="3159919"/>
            <a:ext cx="911225" cy="226219"/>
          </a:xfrm>
          <a:prstGeom prst="rect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01808C-BA89-5247-0D86-1BD9C2A77DE6}"/>
              </a:ext>
            </a:extLst>
          </p:cNvPr>
          <p:cNvSpPr/>
          <p:nvPr/>
        </p:nvSpPr>
        <p:spPr>
          <a:xfrm>
            <a:off x="755649" y="2052596"/>
            <a:ext cx="3843338" cy="73346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8960B3-D49B-86D5-0EBB-4138D12A4FB1}"/>
              </a:ext>
            </a:extLst>
          </p:cNvPr>
          <p:cNvSpPr/>
          <p:nvPr/>
        </p:nvSpPr>
        <p:spPr>
          <a:xfrm>
            <a:off x="7350918" y="3148013"/>
            <a:ext cx="709613" cy="23812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E9BEC58-E23F-51A6-5336-44F0BAF7F7CF}"/>
              </a:ext>
            </a:extLst>
          </p:cNvPr>
          <p:cNvSpPr/>
          <p:nvPr/>
        </p:nvSpPr>
        <p:spPr>
          <a:xfrm>
            <a:off x="3084489" y="3159919"/>
            <a:ext cx="426971" cy="226219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A73324-9400-2FA0-5645-97C43AAEB540}"/>
              </a:ext>
            </a:extLst>
          </p:cNvPr>
          <p:cNvSpPr/>
          <p:nvPr/>
        </p:nvSpPr>
        <p:spPr>
          <a:xfrm>
            <a:off x="3550095" y="3159919"/>
            <a:ext cx="315468" cy="226219"/>
          </a:xfrm>
          <a:prstGeom prst="rect">
            <a:avLst/>
          </a:prstGeom>
          <a:noFill/>
          <a:ln w="38100">
            <a:solidFill>
              <a:srgbClr val="FF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2046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Handle Response JSON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3321146-4492-EF99-EACA-174545581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49" y="873919"/>
            <a:ext cx="4886325" cy="385616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2357CA9-5A42-ED1D-5E18-C216DAD214B7}"/>
              </a:ext>
            </a:extLst>
          </p:cNvPr>
          <p:cNvSpPr/>
          <p:nvPr/>
        </p:nvSpPr>
        <p:spPr>
          <a:xfrm>
            <a:off x="1069974" y="873919"/>
            <a:ext cx="823120" cy="240506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5EF95E6-1C00-D64F-361A-7330A67E7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476" y="873919"/>
            <a:ext cx="3206290" cy="24765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D62FDC6A-CDBA-B749-028F-A926F42594FB}"/>
              </a:ext>
            </a:extLst>
          </p:cNvPr>
          <p:cNvSpPr/>
          <p:nvPr/>
        </p:nvSpPr>
        <p:spPr>
          <a:xfrm>
            <a:off x="3205955" y="1790700"/>
            <a:ext cx="2251870" cy="280988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3A1604-214C-2457-EA23-D1BD9F9E81DC}"/>
              </a:ext>
            </a:extLst>
          </p:cNvPr>
          <p:cNvSpPr/>
          <p:nvPr/>
        </p:nvSpPr>
        <p:spPr>
          <a:xfrm>
            <a:off x="6169024" y="1231106"/>
            <a:ext cx="646113" cy="235743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80BD5F-7415-F9B9-5AAF-A107757F6DBC}"/>
              </a:ext>
            </a:extLst>
          </p:cNvPr>
          <p:cNvSpPr/>
          <p:nvPr/>
        </p:nvSpPr>
        <p:spPr>
          <a:xfrm>
            <a:off x="6492081" y="1431130"/>
            <a:ext cx="587375" cy="194290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1251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Debugging with Allure Report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4C28E82-4069-1FC4-2BD3-E6E2A40337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74"/>
          <a:stretch/>
        </p:blipFill>
        <p:spPr>
          <a:xfrm>
            <a:off x="1853406" y="751066"/>
            <a:ext cx="5908363" cy="40114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3C304ED-1CDA-2C1C-9827-67E4F197CCB3}"/>
              </a:ext>
            </a:extLst>
          </p:cNvPr>
          <p:cNvSpPr/>
          <p:nvPr/>
        </p:nvSpPr>
        <p:spPr>
          <a:xfrm>
            <a:off x="1853407" y="1216819"/>
            <a:ext cx="1068387" cy="240506"/>
          </a:xfrm>
          <a:prstGeom prst="rect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2A3CC0E-9DD6-2654-918E-9252A209FF6E}"/>
              </a:ext>
            </a:extLst>
          </p:cNvPr>
          <p:cNvSpPr/>
          <p:nvPr/>
        </p:nvSpPr>
        <p:spPr>
          <a:xfrm>
            <a:off x="4506120" y="751065"/>
            <a:ext cx="1508918" cy="256203"/>
          </a:xfrm>
          <a:prstGeom prst="rect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B1E5715-0807-5049-A275-80F98FF26784}"/>
              </a:ext>
            </a:extLst>
          </p:cNvPr>
          <p:cNvSpPr/>
          <p:nvPr/>
        </p:nvSpPr>
        <p:spPr>
          <a:xfrm>
            <a:off x="3061494" y="3775254"/>
            <a:ext cx="1581944" cy="189528"/>
          </a:xfrm>
          <a:prstGeom prst="rect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A98E789-29C6-F6B8-D18A-9639ECC07A2A}"/>
              </a:ext>
            </a:extLst>
          </p:cNvPr>
          <p:cNvSpPr txBox="1"/>
          <p:nvPr/>
        </p:nvSpPr>
        <p:spPr>
          <a:xfrm>
            <a:off x="4807587" y="2236486"/>
            <a:ext cx="257889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00" dirty="0">
                <a:solidFill>
                  <a:srgbClr val="FF0000"/>
                </a:solidFill>
              </a:rPr>
              <a:t>！</a:t>
            </a:r>
            <a:r>
              <a:rPr lang="en-US" altLang="zh-TW" sz="1500" dirty="0"/>
              <a:t>Report</a:t>
            </a:r>
            <a:r>
              <a:rPr lang="zh-TW" altLang="en-US" sz="1500" dirty="0"/>
              <a:t>的</a:t>
            </a:r>
            <a:r>
              <a:rPr lang="en-US" altLang="zh-TW" sz="1500" dirty="0"/>
              <a:t>JSON content</a:t>
            </a:r>
            <a:r>
              <a:rPr lang="zh-TW" altLang="en-US" sz="1500" dirty="0"/>
              <a:t>顯示</a:t>
            </a:r>
            <a:r>
              <a:rPr lang="en-US" altLang="zh-TW" sz="1500" dirty="0">
                <a:solidFill>
                  <a:schemeClr val="accent3"/>
                </a:solidFill>
              </a:rPr>
              <a:t>”</a:t>
            </a:r>
            <a:r>
              <a:rPr lang="zh-TW" altLang="en-US" sz="1500" dirty="0">
                <a:solidFill>
                  <a:schemeClr val="accent3"/>
                </a:solidFill>
              </a:rPr>
              <a:t>雙引號</a:t>
            </a:r>
            <a:r>
              <a:rPr lang="zh-TW" altLang="en-US" sz="1500" dirty="0"/>
              <a:t>，但</a:t>
            </a:r>
            <a:r>
              <a:rPr lang="en-US" altLang="zh-TW" sz="1500" dirty="0"/>
              <a:t>Python</a:t>
            </a:r>
            <a:r>
              <a:rPr lang="zh-TW" altLang="en-US" sz="1500" dirty="0"/>
              <a:t>檢查時要使用</a:t>
            </a:r>
            <a:r>
              <a:rPr lang="en-US" altLang="zh-TW" sz="1500" dirty="0">
                <a:solidFill>
                  <a:schemeClr val="accent3"/>
                </a:solidFill>
              </a:rPr>
              <a:t>‘</a:t>
            </a:r>
            <a:r>
              <a:rPr lang="zh-TW" altLang="en-US" sz="1500" dirty="0">
                <a:solidFill>
                  <a:schemeClr val="accent3"/>
                </a:solidFill>
              </a:rPr>
              <a:t>單引號</a:t>
            </a: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CB97880-3088-17F9-EF5F-ECFB709F0B7A}"/>
              </a:ext>
            </a:extLst>
          </p:cNvPr>
          <p:cNvCxnSpPr/>
          <p:nvPr/>
        </p:nvCxnSpPr>
        <p:spPr>
          <a:xfrm flipH="1" flipV="1">
            <a:off x="5324873" y="1078705"/>
            <a:ext cx="604440" cy="11430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E600283-D054-458E-4606-92E7B71DEFB8}"/>
              </a:ext>
            </a:extLst>
          </p:cNvPr>
          <p:cNvCxnSpPr/>
          <p:nvPr/>
        </p:nvCxnSpPr>
        <p:spPr>
          <a:xfrm flipH="1">
            <a:off x="4765676" y="3021316"/>
            <a:ext cx="1085850" cy="753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913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Advanced JSON Content Process 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4C28E82-4069-1FC4-2BD3-E6E2A40337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74" t="18140"/>
          <a:stretch/>
        </p:blipFill>
        <p:spPr>
          <a:xfrm>
            <a:off x="1126330" y="935831"/>
            <a:ext cx="6962359" cy="3869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1B1E5715-0807-5049-A275-80F98FF26784}"/>
              </a:ext>
            </a:extLst>
          </p:cNvPr>
          <p:cNvSpPr/>
          <p:nvPr/>
        </p:nvSpPr>
        <p:spPr>
          <a:xfrm>
            <a:off x="2532857" y="3660954"/>
            <a:ext cx="1874837" cy="189528"/>
          </a:xfrm>
          <a:prstGeom prst="rect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3972F64-B2DC-3459-BE99-1A1098E9CD90}"/>
              </a:ext>
            </a:extLst>
          </p:cNvPr>
          <p:cNvSpPr txBox="1"/>
          <p:nvPr/>
        </p:nvSpPr>
        <p:spPr>
          <a:xfrm>
            <a:off x="4300537" y="3160984"/>
            <a:ext cx="31003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How to locate this node?</a:t>
            </a:r>
            <a:endParaRPr lang="zh-TW" altLang="en-US" sz="1500" dirty="0" err="1"/>
          </a:p>
        </p:txBody>
      </p:sp>
    </p:spTree>
    <p:extLst>
      <p:ext uri="{BB962C8B-B14F-4D97-AF65-F5344CB8AC3E}">
        <p14:creationId xmlns:p14="http://schemas.microsoft.com/office/powerpoint/2010/main" val="839210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Advanced JSON Content Process 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4C28E82-4069-1FC4-2BD3-E6E2A40337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74" t="18140"/>
          <a:stretch/>
        </p:blipFill>
        <p:spPr>
          <a:xfrm>
            <a:off x="1126330" y="935831"/>
            <a:ext cx="6962359" cy="3869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1B1E5715-0807-5049-A275-80F98FF26784}"/>
              </a:ext>
            </a:extLst>
          </p:cNvPr>
          <p:cNvSpPr/>
          <p:nvPr/>
        </p:nvSpPr>
        <p:spPr>
          <a:xfrm>
            <a:off x="2532858" y="3660954"/>
            <a:ext cx="860424" cy="187147"/>
          </a:xfrm>
          <a:prstGeom prst="rect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3972F64-B2DC-3459-BE99-1A1098E9CD90}"/>
              </a:ext>
            </a:extLst>
          </p:cNvPr>
          <p:cNvSpPr txBox="1"/>
          <p:nvPr/>
        </p:nvSpPr>
        <p:spPr>
          <a:xfrm>
            <a:off x="3674269" y="1888580"/>
            <a:ext cx="43434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err="1">
                <a:highlight>
                  <a:srgbClr val="FFFF00"/>
                </a:highlight>
              </a:rPr>
              <a:t>dict</a:t>
            </a:r>
            <a:r>
              <a:rPr lang="en-US" altLang="zh-TW" sz="1500" dirty="0">
                <a:highlight>
                  <a:srgbClr val="FFFF00"/>
                </a:highlight>
              </a:rPr>
              <a:t>[‘</a:t>
            </a:r>
            <a:r>
              <a:rPr lang="en-US" altLang="zh-TW" sz="1500" dirty="0">
                <a:solidFill>
                  <a:schemeClr val="accent3"/>
                </a:solidFill>
                <a:highlight>
                  <a:srgbClr val="FFFF00"/>
                </a:highlight>
              </a:rPr>
              <a:t>data</a:t>
            </a:r>
            <a:r>
              <a:rPr lang="en-US" altLang="zh-TW" sz="1500" dirty="0">
                <a:highlight>
                  <a:srgbClr val="FFFF00"/>
                </a:highlight>
              </a:rPr>
              <a:t>’][‘</a:t>
            </a:r>
            <a:r>
              <a:rPr lang="en-US" altLang="zh-TW" sz="1500" dirty="0">
                <a:solidFill>
                  <a:schemeClr val="accent3"/>
                </a:solidFill>
                <a:highlight>
                  <a:srgbClr val="FFFF00"/>
                </a:highlight>
              </a:rPr>
              <a:t>post</a:t>
            </a:r>
            <a:r>
              <a:rPr lang="en-US" altLang="zh-TW" sz="1500" dirty="0">
                <a:highlight>
                  <a:srgbClr val="FFFF00"/>
                </a:highlight>
              </a:rPr>
              <a:t>’][‘</a:t>
            </a:r>
            <a:r>
              <a:rPr lang="en-US" altLang="zh-TW" sz="1500" dirty="0">
                <a:solidFill>
                  <a:schemeClr val="accent3"/>
                </a:solidFill>
                <a:highlight>
                  <a:srgbClr val="FFFF00"/>
                </a:highlight>
              </a:rPr>
              <a:t>events</a:t>
            </a:r>
            <a:r>
              <a:rPr lang="en-US" altLang="zh-TW" sz="1500" dirty="0">
                <a:highlight>
                  <a:srgbClr val="FFFF00"/>
                </a:highlight>
              </a:rPr>
              <a:t>’][</a:t>
            </a:r>
            <a:r>
              <a:rPr lang="en-US" altLang="zh-TW" sz="1500" dirty="0">
                <a:solidFill>
                  <a:srgbClr val="FF0000"/>
                </a:solidFill>
                <a:highlight>
                  <a:srgbClr val="FFFF00"/>
                </a:highlight>
              </a:rPr>
              <a:t>0</a:t>
            </a:r>
            <a:r>
              <a:rPr lang="en-US" altLang="zh-TW" sz="1500" dirty="0">
                <a:highlight>
                  <a:srgbClr val="FFFF00"/>
                </a:highlight>
              </a:rPr>
              <a:t>][‘</a:t>
            </a:r>
            <a:r>
              <a:rPr lang="en-US" altLang="zh-TW" sz="1500" dirty="0" err="1">
                <a:solidFill>
                  <a:schemeClr val="accent3"/>
                </a:solidFill>
                <a:highlight>
                  <a:srgbClr val="FFFF00"/>
                </a:highlight>
              </a:rPr>
              <a:t>EventCode</a:t>
            </a:r>
            <a:r>
              <a:rPr lang="en-US" altLang="zh-TW" sz="1500" dirty="0">
                <a:highlight>
                  <a:srgbClr val="FFFF00"/>
                </a:highlight>
              </a:rPr>
              <a:t>’]</a:t>
            </a:r>
            <a:endParaRPr lang="zh-TW" altLang="en-US" sz="1500" dirty="0" err="1">
              <a:highlight>
                <a:srgbClr val="FFFF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4841AF-AD5F-6BFA-8D3F-6024A3DB5FBD}"/>
              </a:ext>
            </a:extLst>
          </p:cNvPr>
          <p:cNvSpPr/>
          <p:nvPr/>
        </p:nvSpPr>
        <p:spPr>
          <a:xfrm>
            <a:off x="1385096" y="1227316"/>
            <a:ext cx="586580" cy="187147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3AF305-3E14-A3B9-4425-10CC2AE5ECA7}"/>
              </a:ext>
            </a:extLst>
          </p:cNvPr>
          <p:cNvSpPr/>
          <p:nvPr/>
        </p:nvSpPr>
        <p:spPr>
          <a:xfrm>
            <a:off x="1643862" y="1409701"/>
            <a:ext cx="586580" cy="187147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4A7577-188A-5C57-39E8-824025D7BB41}"/>
              </a:ext>
            </a:extLst>
          </p:cNvPr>
          <p:cNvSpPr/>
          <p:nvPr/>
        </p:nvSpPr>
        <p:spPr>
          <a:xfrm>
            <a:off x="1971676" y="3217605"/>
            <a:ext cx="586580" cy="187147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71E0D2-53C4-71FF-F60B-1F85F8AEFD60}"/>
              </a:ext>
            </a:extLst>
          </p:cNvPr>
          <p:cNvSpPr/>
          <p:nvPr/>
        </p:nvSpPr>
        <p:spPr>
          <a:xfrm>
            <a:off x="2686050" y="3217605"/>
            <a:ext cx="142875" cy="187147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3FD12D-9455-BA86-925A-F219D1412943}"/>
              </a:ext>
            </a:extLst>
          </p:cNvPr>
          <p:cNvSpPr/>
          <p:nvPr/>
        </p:nvSpPr>
        <p:spPr>
          <a:xfrm>
            <a:off x="1971676" y="4563012"/>
            <a:ext cx="142875" cy="187147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93AF6E6-FC12-9A42-0892-0A53B58D5CB0}"/>
              </a:ext>
            </a:extLst>
          </p:cNvPr>
          <p:cNvSpPr txBox="1"/>
          <p:nvPr/>
        </p:nvSpPr>
        <p:spPr>
          <a:xfrm>
            <a:off x="2043113" y="3499371"/>
            <a:ext cx="25717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solidFill>
                  <a:srgbClr val="FF0000"/>
                </a:solidFill>
              </a:rPr>
              <a:t>0</a:t>
            </a:r>
            <a:endParaRPr lang="zh-TW" altLang="en-US" sz="1500" dirty="0" err="1">
              <a:solidFill>
                <a:srgbClr val="FF0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8CD2AE0-4B79-A0B6-2C4C-1F83ED672BA9}"/>
              </a:ext>
            </a:extLst>
          </p:cNvPr>
          <p:cNvSpPr txBox="1"/>
          <p:nvPr/>
        </p:nvSpPr>
        <p:spPr>
          <a:xfrm>
            <a:off x="2043112" y="4111746"/>
            <a:ext cx="25717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solidFill>
                  <a:srgbClr val="FF0000"/>
                </a:solidFill>
              </a:rPr>
              <a:t>1</a:t>
            </a:r>
            <a:endParaRPr lang="zh-TW" altLang="en-US" sz="1500" dirty="0" err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207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Advanced JSON Content Process 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4C28E82-4069-1FC4-2BD3-E6E2A40337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74" t="18140"/>
          <a:stretch/>
        </p:blipFill>
        <p:spPr>
          <a:xfrm>
            <a:off x="1126330" y="935831"/>
            <a:ext cx="6962359" cy="3869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1B1E5715-0807-5049-A275-80F98FF26784}"/>
              </a:ext>
            </a:extLst>
          </p:cNvPr>
          <p:cNvSpPr/>
          <p:nvPr/>
        </p:nvSpPr>
        <p:spPr>
          <a:xfrm>
            <a:off x="2532858" y="3660954"/>
            <a:ext cx="860424" cy="187147"/>
          </a:xfrm>
          <a:prstGeom prst="rect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3972F64-B2DC-3459-BE99-1A1098E9CD90}"/>
              </a:ext>
            </a:extLst>
          </p:cNvPr>
          <p:cNvSpPr txBox="1"/>
          <p:nvPr/>
        </p:nvSpPr>
        <p:spPr>
          <a:xfrm>
            <a:off x="4204079" y="1341691"/>
            <a:ext cx="4343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err="1">
                <a:highlight>
                  <a:srgbClr val="FFFF00"/>
                </a:highlight>
              </a:rPr>
              <a:t>lstEvent</a:t>
            </a:r>
            <a:r>
              <a:rPr lang="en-US" altLang="zh-TW" sz="1500" dirty="0">
                <a:highlight>
                  <a:srgbClr val="FFFF00"/>
                </a:highlight>
              </a:rPr>
              <a:t> = </a:t>
            </a:r>
            <a:r>
              <a:rPr lang="en-US" altLang="zh-TW" sz="1500" dirty="0" err="1">
                <a:highlight>
                  <a:srgbClr val="FFFF00"/>
                </a:highlight>
              </a:rPr>
              <a:t>dict</a:t>
            </a:r>
            <a:r>
              <a:rPr lang="en-US" altLang="zh-TW" sz="1500" dirty="0">
                <a:highlight>
                  <a:srgbClr val="FFFF00"/>
                </a:highlight>
              </a:rPr>
              <a:t>[‘</a:t>
            </a:r>
            <a:r>
              <a:rPr lang="en-US" altLang="zh-TW" sz="1500" dirty="0">
                <a:solidFill>
                  <a:schemeClr val="accent3"/>
                </a:solidFill>
                <a:highlight>
                  <a:srgbClr val="FFFF00"/>
                </a:highlight>
              </a:rPr>
              <a:t>data</a:t>
            </a:r>
            <a:r>
              <a:rPr lang="en-US" altLang="zh-TW" sz="1500" dirty="0">
                <a:highlight>
                  <a:srgbClr val="FFFF00"/>
                </a:highlight>
              </a:rPr>
              <a:t>’][‘</a:t>
            </a:r>
            <a:r>
              <a:rPr lang="en-US" altLang="zh-TW" sz="1500" dirty="0">
                <a:solidFill>
                  <a:schemeClr val="accent3"/>
                </a:solidFill>
                <a:highlight>
                  <a:srgbClr val="FFFF00"/>
                </a:highlight>
              </a:rPr>
              <a:t>post</a:t>
            </a:r>
            <a:r>
              <a:rPr lang="en-US" altLang="zh-TW" sz="1500" dirty="0">
                <a:highlight>
                  <a:srgbClr val="FFFF00"/>
                </a:highlight>
              </a:rPr>
              <a:t>’][‘</a:t>
            </a:r>
            <a:r>
              <a:rPr lang="en-US" altLang="zh-TW" sz="1500" dirty="0">
                <a:solidFill>
                  <a:schemeClr val="accent3"/>
                </a:solidFill>
                <a:highlight>
                  <a:srgbClr val="FFFF00"/>
                </a:highlight>
              </a:rPr>
              <a:t>events</a:t>
            </a:r>
            <a:r>
              <a:rPr lang="en-US" altLang="zh-TW" sz="1500" dirty="0">
                <a:highlight>
                  <a:srgbClr val="FFFF00"/>
                </a:highlight>
              </a:rPr>
              <a:t>’]</a:t>
            </a:r>
          </a:p>
          <a:p>
            <a:endParaRPr lang="en-US" altLang="zh-TW" sz="1500" dirty="0">
              <a:highlight>
                <a:srgbClr val="FFFF00"/>
              </a:highlight>
            </a:endParaRPr>
          </a:p>
          <a:p>
            <a:r>
              <a:rPr lang="en-US" altLang="zh-TW" sz="1500" dirty="0">
                <a:highlight>
                  <a:srgbClr val="FFFF00"/>
                </a:highlight>
              </a:rPr>
              <a:t>for event in </a:t>
            </a:r>
            <a:r>
              <a:rPr lang="en-US" altLang="zh-TW" sz="1500" dirty="0" err="1">
                <a:highlight>
                  <a:srgbClr val="FFFF00"/>
                </a:highlight>
              </a:rPr>
              <a:t>lstEvent</a:t>
            </a:r>
            <a:endParaRPr lang="en-US" altLang="zh-TW" sz="1500" dirty="0">
              <a:highlight>
                <a:srgbClr val="FFFF00"/>
              </a:highlight>
            </a:endParaRPr>
          </a:p>
          <a:p>
            <a:r>
              <a:rPr lang="en-US" altLang="zh-TW" sz="1500" dirty="0">
                <a:highlight>
                  <a:srgbClr val="FFFF00"/>
                </a:highlight>
              </a:rPr>
              <a:t>    event[‘</a:t>
            </a:r>
            <a:r>
              <a:rPr lang="en-US" altLang="zh-TW" sz="1500" dirty="0" err="1">
                <a:solidFill>
                  <a:schemeClr val="accent3"/>
                </a:solidFill>
                <a:highlight>
                  <a:srgbClr val="FFFF00"/>
                </a:highlight>
              </a:rPr>
              <a:t>EventCode</a:t>
            </a:r>
            <a:r>
              <a:rPr lang="en-US" altLang="zh-TW" sz="1500" dirty="0">
                <a:highlight>
                  <a:srgbClr val="FFFF00"/>
                </a:highlight>
              </a:rPr>
              <a:t>’]</a:t>
            </a:r>
            <a:endParaRPr lang="zh-TW" altLang="en-US" sz="1500" dirty="0" err="1">
              <a:highlight>
                <a:srgbClr val="FFFF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4841AF-AD5F-6BFA-8D3F-6024A3DB5FBD}"/>
              </a:ext>
            </a:extLst>
          </p:cNvPr>
          <p:cNvSpPr/>
          <p:nvPr/>
        </p:nvSpPr>
        <p:spPr>
          <a:xfrm>
            <a:off x="1385096" y="1227316"/>
            <a:ext cx="586580" cy="187147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3AF305-3E14-A3B9-4425-10CC2AE5ECA7}"/>
              </a:ext>
            </a:extLst>
          </p:cNvPr>
          <p:cNvSpPr/>
          <p:nvPr/>
        </p:nvSpPr>
        <p:spPr>
          <a:xfrm>
            <a:off x="1643862" y="1409701"/>
            <a:ext cx="586580" cy="187147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4A7577-188A-5C57-39E8-824025D7BB41}"/>
              </a:ext>
            </a:extLst>
          </p:cNvPr>
          <p:cNvSpPr/>
          <p:nvPr/>
        </p:nvSpPr>
        <p:spPr>
          <a:xfrm>
            <a:off x="1971676" y="3217605"/>
            <a:ext cx="586580" cy="187147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71E0D2-53C4-71FF-F60B-1F85F8AEFD60}"/>
              </a:ext>
            </a:extLst>
          </p:cNvPr>
          <p:cNvSpPr/>
          <p:nvPr/>
        </p:nvSpPr>
        <p:spPr>
          <a:xfrm>
            <a:off x="2686050" y="3217605"/>
            <a:ext cx="142875" cy="187147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3FD12D-9455-BA86-925A-F219D1412943}"/>
              </a:ext>
            </a:extLst>
          </p:cNvPr>
          <p:cNvSpPr/>
          <p:nvPr/>
        </p:nvSpPr>
        <p:spPr>
          <a:xfrm>
            <a:off x="1971676" y="4563012"/>
            <a:ext cx="142875" cy="187147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93AF6E6-FC12-9A42-0892-0A53B58D5CB0}"/>
              </a:ext>
            </a:extLst>
          </p:cNvPr>
          <p:cNvSpPr txBox="1"/>
          <p:nvPr/>
        </p:nvSpPr>
        <p:spPr>
          <a:xfrm>
            <a:off x="2043113" y="3499371"/>
            <a:ext cx="25717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solidFill>
                  <a:srgbClr val="FF0000"/>
                </a:solidFill>
              </a:rPr>
              <a:t>0</a:t>
            </a:r>
            <a:endParaRPr lang="zh-TW" altLang="en-US" sz="1500" dirty="0" err="1">
              <a:solidFill>
                <a:srgbClr val="FF0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8CD2AE0-4B79-A0B6-2C4C-1F83ED672BA9}"/>
              </a:ext>
            </a:extLst>
          </p:cNvPr>
          <p:cNvSpPr txBox="1"/>
          <p:nvPr/>
        </p:nvSpPr>
        <p:spPr>
          <a:xfrm>
            <a:off x="2043112" y="4111746"/>
            <a:ext cx="25717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solidFill>
                  <a:srgbClr val="FF0000"/>
                </a:solidFill>
              </a:rPr>
              <a:t>1</a:t>
            </a:r>
            <a:endParaRPr lang="zh-TW" altLang="en-US" sz="1500" dirty="0" err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216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ACTS 3.0 TR</a:t>
            </a:r>
            <a:r>
              <a:rPr lang="zh-TW" altLang="en-US" dirty="0"/>
              <a:t> </a:t>
            </a:r>
            <a:r>
              <a:rPr lang="en-US" altLang="zh-TW" dirty="0"/>
              <a:t>APIs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ECC0C50-8A55-5214-B373-B6D5122ABD3C}"/>
              </a:ext>
            </a:extLst>
          </p:cNvPr>
          <p:cNvSpPr txBox="1"/>
          <p:nvPr/>
        </p:nvSpPr>
        <p:spPr>
          <a:xfrm>
            <a:off x="166686" y="1255851"/>
            <a:ext cx="31575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b="1" dirty="0"/>
              <a:t>Device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 err="1"/>
              <a:t>AX_CPE_info</a:t>
            </a:r>
            <a:endParaRPr lang="en-US" altLang="zh-TW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 err="1"/>
              <a:t>AX_CPE_delete</a:t>
            </a:r>
            <a:endParaRPr lang="en-US" altLang="zh-TW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 err="1"/>
              <a:t>Wait_for_CPE_Online</a:t>
            </a:r>
            <a:endParaRPr lang="zh-TW" altLang="en-US" sz="1500" dirty="0" err="1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5B44A22-E692-9148-517F-C2FF8EEE0805}"/>
              </a:ext>
            </a:extLst>
          </p:cNvPr>
          <p:cNvSpPr txBox="1"/>
          <p:nvPr/>
        </p:nvSpPr>
        <p:spPr>
          <a:xfrm>
            <a:off x="2725356" y="1249572"/>
            <a:ext cx="344362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b="1" dirty="0"/>
              <a:t>TR-069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TR069_AddObject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TR069_DeleteObject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TR069_Download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TR069_FactoryReset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TR069_GetParameterAttributes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TR069_GetParameterNames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TR069_GetParameterValues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TR069_GetRPCMethods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TR069_Reboot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TR069_ScheduleInform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TR069_SetParameterAttributes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TR069_SetParameterValues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TR069_Upload</a:t>
            </a:r>
            <a:endParaRPr lang="zh-TW" altLang="en-US" sz="1500" dirty="0" err="1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7521266-C715-9408-2F9F-91830DB6D88A}"/>
              </a:ext>
            </a:extLst>
          </p:cNvPr>
          <p:cNvSpPr txBox="1"/>
          <p:nvPr/>
        </p:nvSpPr>
        <p:spPr>
          <a:xfrm>
            <a:off x="5986462" y="1249572"/>
            <a:ext cx="315753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b="1" dirty="0"/>
              <a:t>TR-369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 err="1"/>
              <a:t>USP_Add</a:t>
            </a:r>
            <a:endParaRPr lang="en-US" altLang="zh-TW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 err="1"/>
              <a:t>USP_Delete</a:t>
            </a:r>
            <a:endParaRPr lang="en-US" altLang="zh-TW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 err="1"/>
              <a:t>USP_Get</a:t>
            </a:r>
            <a:endParaRPr lang="en-US" altLang="zh-TW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 err="1"/>
              <a:t>USP_GetInstances</a:t>
            </a:r>
            <a:endParaRPr lang="en-US" altLang="zh-TW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 err="1"/>
              <a:t>USP_GetSupportedDM</a:t>
            </a:r>
            <a:endParaRPr lang="en-US" altLang="zh-TW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 err="1"/>
              <a:t>USP_GetSupportedProtocol</a:t>
            </a:r>
            <a:endParaRPr lang="en-US" altLang="zh-TW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 err="1"/>
              <a:t>USP_Info</a:t>
            </a:r>
            <a:endParaRPr lang="en-US" altLang="zh-TW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 err="1"/>
              <a:t>USP_Operate</a:t>
            </a:r>
            <a:endParaRPr lang="en-US" altLang="zh-TW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 err="1"/>
              <a:t>USP_Set</a:t>
            </a:r>
            <a:endParaRPr lang="zh-TW" altLang="en-US" sz="1500" dirty="0" err="1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3DE830-E5CD-508C-F4B2-5BA285A39935}"/>
              </a:ext>
            </a:extLst>
          </p:cNvPr>
          <p:cNvSpPr/>
          <p:nvPr/>
        </p:nvSpPr>
        <p:spPr>
          <a:xfrm>
            <a:off x="225479" y="1114023"/>
            <a:ext cx="869324" cy="13554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527A9C-A541-9622-995E-7503E8F5F89F}"/>
              </a:ext>
            </a:extLst>
          </p:cNvPr>
          <p:cNvSpPr/>
          <p:nvPr/>
        </p:nvSpPr>
        <p:spPr>
          <a:xfrm>
            <a:off x="2790956" y="1114023"/>
            <a:ext cx="869324" cy="13554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2CAEDB-B718-8956-157C-E5F122057969}"/>
              </a:ext>
            </a:extLst>
          </p:cNvPr>
          <p:cNvSpPr/>
          <p:nvPr/>
        </p:nvSpPr>
        <p:spPr>
          <a:xfrm>
            <a:off x="6052062" y="1114023"/>
            <a:ext cx="869324" cy="135549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3605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Get response JSON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4E2731B-55D4-4717-2455-F949FFBAF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18" y="1661509"/>
            <a:ext cx="8049666" cy="112891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7E7EFE8-3093-B0C5-35C4-DB0FC5ECC352}"/>
              </a:ext>
            </a:extLst>
          </p:cNvPr>
          <p:cNvSpPr/>
          <p:nvPr/>
        </p:nvSpPr>
        <p:spPr>
          <a:xfrm>
            <a:off x="614418" y="2004344"/>
            <a:ext cx="716399" cy="221623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EB6D431-F0C7-7C90-12D5-BFBD393EE5E7}"/>
              </a:ext>
            </a:extLst>
          </p:cNvPr>
          <p:cNvSpPr txBox="1"/>
          <p:nvPr/>
        </p:nvSpPr>
        <p:spPr>
          <a:xfrm>
            <a:off x="518620" y="983368"/>
            <a:ext cx="8145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Return </a:t>
            </a:r>
            <a:r>
              <a:rPr lang="en-US" altLang="zh-TW" sz="1600" b="1" dirty="0"/>
              <a:t>True</a:t>
            </a:r>
            <a:r>
              <a:rPr lang="en-US" altLang="zh-TW" sz="1600" dirty="0"/>
              <a:t>(Boolean) on step passed</a:t>
            </a:r>
          </a:p>
          <a:p>
            <a:r>
              <a:rPr lang="en-US" altLang="zh-TW" sz="1600" dirty="0"/>
              <a:t>Or return </a:t>
            </a:r>
            <a:r>
              <a:rPr lang="en-US" altLang="zh-TW" sz="1600" b="1" dirty="0"/>
              <a:t>error message</a:t>
            </a:r>
            <a:r>
              <a:rPr lang="en-US" altLang="zh-TW" sz="1600" dirty="0"/>
              <a:t>(</a:t>
            </a:r>
            <a:r>
              <a:rPr lang="en-US" altLang="zh-TW" sz="1600" dirty="0" err="1"/>
              <a:t>striing</a:t>
            </a:r>
            <a:r>
              <a:rPr lang="en-US" altLang="zh-TW" sz="1600" dirty="0"/>
              <a:t>) on step failed</a:t>
            </a:r>
            <a:endParaRPr lang="zh-TW" altLang="en-US" sz="1600" dirty="0" err="1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08212F-6638-565F-2B88-B03E246E1018}"/>
              </a:ext>
            </a:extLst>
          </p:cNvPr>
          <p:cNvSpPr/>
          <p:nvPr/>
        </p:nvSpPr>
        <p:spPr>
          <a:xfrm>
            <a:off x="1638288" y="2225967"/>
            <a:ext cx="2530174" cy="268241"/>
          </a:xfrm>
          <a:prstGeom prst="rect">
            <a:avLst/>
          </a:prstGeom>
          <a:noFill/>
          <a:ln w="38100">
            <a:solidFill>
              <a:srgbClr val="64B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DBEE52C-F183-4676-EB82-3FB4BBCF535A}"/>
              </a:ext>
            </a:extLst>
          </p:cNvPr>
          <p:cNvSpPr txBox="1"/>
          <p:nvPr/>
        </p:nvSpPr>
        <p:spPr>
          <a:xfrm>
            <a:off x="518620" y="2917534"/>
            <a:ext cx="8145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Get </a:t>
            </a:r>
            <a:r>
              <a:rPr lang="en-US" altLang="zh-TW" sz="1600" b="1" dirty="0"/>
              <a:t>response JSON </a:t>
            </a:r>
            <a:r>
              <a:rPr lang="en-US" altLang="zh-TW" sz="1600" dirty="0"/>
              <a:t>from </a:t>
            </a:r>
            <a:r>
              <a:rPr lang="en-US" altLang="zh-TW" sz="1600" b="1" dirty="0"/>
              <a:t>VAR</a:t>
            </a:r>
            <a:r>
              <a:rPr lang="en-US" altLang="zh-TW" sz="1600" dirty="0"/>
              <a:t> named with </a:t>
            </a:r>
            <a:r>
              <a:rPr lang="en-US" altLang="zh-TW" sz="1600" b="1" dirty="0"/>
              <a:t>API name</a:t>
            </a:r>
          </a:p>
          <a:p>
            <a:r>
              <a:rPr lang="en-US" altLang="zh-TW" sz="1600" dirty="0"/>
              <a:t>Or send </a:t>
            </a:r>
            <a:r>
              <a:rPr lang="en-US" altLang="zh-TW" sz="1600" b="1" dirty="0"/>
              <a:t>variable name </a:t>
            </a:r>
            <a:r>
              <a:rPr lang="en-US" altLang="zh-TW" sz="1600" dirty="0"/>
              <a:t>with parameter </a:t>
            </a:r>
            <a:r>
              <a:rPr lang="en-US" altLang="zh-TW" sz="1600" b="1" dirty="0" err="1"/>
              <a:t>var_name</a:t>
            </a:r>
            <a:r>
              <a:rPr lang="en-US" altLang="zh-TW" sz="1600" b="1" dirty="0"/>
              <a:t> </a:t>
            </a:r>
            <a:r>
              <a:rPr lang="en-US" altLang="zh-TW" sz="1600" dirty="0"/>
              <a:t>to save </a:t>
            </a:r>
            <a:r>
              <a:rPr lang="en-US" altLang="zh-TW" sz="1600" b="1" dirty="0"/>
              <a:t>response JSON </a:t>
            </a:r>
            <a:endParaRPr lang="zh-TW" altLang="en-US" sz="1600" b="1" dirty="0" err="1"/>
          </a:p>
        </p:txBody>
      </p:sp>
    </p:spTree>
    <p:extLst>
      <p:ext uri="{BB962C8B-B14F-4D97-AF65-F5344CB8AC3E}">
        <p14:creationId xmlns:p14="http://schemas.microsoft.com/office/powerpoint/2010/main" val="4247984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accent3"/>
                </a:solidFill>
              </a:rPr>
              <a:t>Exercise</a:t>
            </a:r>
            <a:endParaRPr lang="zh-TW" altLang="en-US" dirty="0">
              <a:solidFill>
                <a:schemeClr val="accent3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F493904-ECFE-F1BC-8E50-6D5E3C1B5A43}"/>
              </a:ext>
            </a:extLst>
          </p:cNvPr>
          <p:cNvSpPr txBox="1"/>
          <p:nvPr/>
        </p:nvSpPr>
        <p:spPr>
          <a:xfrm>
            <a:off x="755648" y="1169992"/>
            <a:ext cx="805779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sz="2000" b="1" dirty="0"/>
              <a:t>Configure CPE TR-069 to connect ACS server</a:t>
            </a:r>
          </a:p>
          <a:p>
            <a:pPr marL="342900" indent="-342900">
              <a:buAutoNum type="arabicPeriod"/>
            </a:pPr>
            <a:r>
              <a:rPr lang="en-US" altLang="zh-TW" sz="2000" b="1" dirty="0"/>
              <a:t>Check CPE connected in ACS server</a:t>
            </a:r>
          </a:p>
          <a:p>
            <a:pPr marL="342900" indent="-342900">
              <a:buAutoNum type="arabicPeriod"/>
            </a:pPr>
            <a:r>
              <a:rPr lang="en-US" altLang="zh-TW" sz="2000" b="1" dirty="0"/>
              <a:t>Put firmware file to Apache server in WAN_WKS</a:t>
            </a:r>
          </a:p>
          <a:p>
            <a:pPr marL="342900" indent="-342900">
              <a:buAutoNum type="arabicPeriod"/>
            </a:pPr>
            <a:r>
              <a:rPr lang="en-US" altLang="zh-TW" sz="2000" b="1" dirty="0"/>
              <a:t>Upgrade CPE firmware with TR-069 Download method</a:t>
            </a:r>
          </a:p>
          <a:p>
            <a:pPr marL="342900" indent="-342900">
              <a:buAutoNum type="arabicPeriod"/>
            </a:pPr>
            <a:r>
              <a:rPr lang="en-US" altLang="zh-TW" sz="2000" b="1" dirty="0"/>
              <a:t>Check CPE firmware version on ACS server</a:t>
            </a:r>
          </a:p>
        </p:txBody>
      </p:sp>
    </p:spTree>
    <p:extLst>
      <p:ext uri="{BB962C8B-B14F-4D97-AF65-F5344CB8AC3E}">
        <p14:creationId xmlns:p14="http://schemas.microsoft.com/office/powerpoint/2010/main" val="3890449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自訂 2">
      <a:dk1>
        <a:srgbClr val="000000"/>
      </a:dk1>
      <a:lt1>
        <a:srgbClr val="FFFFFF"/>
      </a:lt1>
      <a:dk2>
        <a:srgbClr val="BFBFBF"/>
      </a:dk2>
      <a:lt2>
        <a:srgbClr val="FFFFFF"/>
      </a:lt2>
      <a:accent1>
        <a:srgbClr val="00B2FF"/>
      </a:accent1>
      <a:accent2>
        <a:srgbClr val="009AFF"/>
      </a:accent2>
      <a:accent3>
        <a:srgbClr val="0079FF"/>
      </a:accent3>
      <a:accent4>
        <a:srgbClr val="FFC800"/>
      </a:accent4>
      <a:accent5>
        <a:srgbClr val="FFA700"/>
      </a:accent5>
      <a:accent6>
        <a:srgbClr val="E88000"/>
      </a:accent6>
      <a:hlink>
        <a:srgbClr val="000000"/>
      </a:hlink>
      <a:folHlink>
        <a:srgbClr val="000000"/>
      </a:folHlink>
    </a:clrScheme>
    <a:fontScheme name="Zyxel Networks font">
      <a:majorFont>
        <a:latin typeface="Century Gothic"/>
        <a:ea typeface="Noto Sans CJK TC Regular"/>
        <a:cs typeface=""/>
      </a:majorFont>
      <a:minorFont>
        <a:latin typeface="Century Gothic"/>
        <a:ea typeface="Noto Sans CJK TC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5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424</TotalTime>
  <Words>371</Words>
  <Application>Microsoft Office PowerPoint</Application>
  <PresentationFormat>如螢幕大小 (16:9)</PresentationFormat>
  <Paragraphs>73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Gothic</vt:lpstr>
      <vt:lpstr>Wingdings</vt:lpstr>
      <vt:lpstr>Office Theme</vt:lpstr>
      <vt:lpstr>TR-069/TR-369 APIs </vt:lpstr>
      <vt:lpstr>RESTful API</vt:lpstr>
      <vt:lpstr>AXESS4 AXAPI</vt:lpstr>
      <vt:lpstr>Access RESTful API in Python</vt:lpstr>
      <vt:lpstr>Access RESTful API in Python</vt:lpstr>
      <vt:lpstr>Handle Response JSON</vt:lpstr>
      <vt:lpstr>Debugging with Allure Report</vt:lpstr>
      <vt:lpstr>Advanced JSON Content Process </vt:lpstr>
      <vt:lpstr>Advanced JSON Content Process </vt:lpstr>
      <vt:lpstr>Advanced JSON Content Process </vt:lpstr>
      <vt:lpstr>ACTS 3.0 TR APIs</vt:lpstr>
      <vt:lpstr>Get response JSON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Emily Chan</dc:creator>
  <cp:lastModifiedBy>Char Wang</cp:lastModifiedBy>
  <cp:revision>2</cp:revision>
  <dcterms:created xsi:type="dcterms:W3CDTF">2016-04-20T11:51:06Z</dcterms:created>
  <dcterms:modified xsi:type="dcterms:W3CDTF">2023-12-11T03:44:33Z</dcterms:modified>
</cp:coreProperties>
</file>