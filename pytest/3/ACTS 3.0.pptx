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67" r:id="rId2"/>
    <p:sldId id="416" r:id="rId3"/>
    <p:sldId id="417" r:id="rId4"/>
    <p:sldId id="388" r:id="rId5"/>
    <p:sldId id="389" r:id="rId6"/>
    <p:sldId id="428" r:id="rId7"/>
    <p:sldId id="418" r:id="rId8"/>
    <p:sldId id="405" r:id="rId9"/>
    <p:sldId id="406" r:id="rId10"/>
    <p:sldId id="407" r:id="rId11"/>
    <p:sldId id="408" r:id="rId12"/>
    <p:sldId id="390" r:id="rId13"/>
    <p:sldId id="409" r:id="rId14"/>
    <p:sldId id="410" r:id="rId15"/>
    <p:sldId id="411" r:id="rId16"/>
    <p:sldId id="412" r:id="rId17"/>
    <p:sldId id="414" r:id="rId18"/>
    <p:sldId id="415" r:id="rId19"/>
    <p:sldId id="419" r:id="rId20"/>
    <p:sldId id="393" r:id="rId21"/>
    <p:sldId id="394" r:id="rId22"/>
    <p:sldId id="402" r:id="rId23"/>
    <p:sldId id="403" r:id="rId24"/>
    <p:sldId id="404" r:id="rId25"/>
    <p:sldId id="395" r:id="rId26"/>
    <p:sldId id="396" r:id="rId27"/>
    <p:sldId id="424" r:id="rId28"/>
    <p:sldId id="423" r:id="rId29"/>
    <p:sldId id="397" r:id="rId30"/>
    <p:sldId id="398" r:id="rId31"/>
    <p:sldId id="399" r:id="rId32"/>
    <p:sldId id="420" r:id="rId33"/>
    <p:sldId id="400" r:id="rId34"/>
    <p:sldId id="427" r:id="rId35"/>
    <p:sldId id="425" r:id="rId36"/>
    <p:sldId id="421" r:id="rId37"/>
    <p:sldId id="426" r:id="rId38"/>
    <p:sldId id="401" r:id="rId39"/>
    <p:sldId id="422" r:id="rId4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1620">
          <p15:clr>
            <a:srgbClr val="A4A3A4"/>
          </p15:clr>
        </p15:guide>
        <p15:guide id="8" pos="5284" userDrawn="1">
          <p15:clr>
            <a:srgbClr val="A4A3A4"/>
          </p15:clr>
        </p15:guide>
        <p15:guide id="9" pos="474">
          <p15:clr>
            <a:srgbClr val="A4A3A4"/>
          </p15:clr>
        </p15:guide>
        <p15:guide id="10" pos="477">
          <p15:clr>
            <a:srgbClr val="A4A3A4"/>
          </p15:clr>
        </p15:guide>
        <p15:guide id="11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-何書葶" initials="M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00"/>
    <a:srgbClr val="E34535"/>
    <a:srgbClr val="FFFFFF"/>
    <a:srgbClr val="FFCCCC"/>
    <a:srgbClr val="F07E16"/>
    <a:srgbClr val="FF66FF"/>
    <a:srgbClr val="C7D302"/>
    <a:srgbClr val="009FE3"/>
    <a:srgbClr val="FF2837"/>
    <a:srgbClr val="64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F1AB7-7A30-40D3-8E50-471BF3364091}" v="3" dt="2023-12-09T22:28:23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5284"/>
        <p:guide pos="474"/>
        <p:guide pos="47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 Wang" userId="6b6e7535c948cbb7" providerId="LiveId" clId="{4F6F1AB7-7A30-40D3-8E50-471BF3364091}"/>
    <pc:docChg chg="undo custSel addSld delSld modSld">
      <pc:chgData name="Char Wang" userId="6b6e7535c948cbb7" providerId="LiveId" clId="{4F6F1AB7-7A30-40D3-8E50-471BF3364091}" dt="2023-12-09T22:34:38.483" v="4768" actId="20577"/>
      <pc:docMkLst>
        <pc:docMk/>
      </pc:docMkLst>
      <pc:sldChg chg="modSp mod">
        <pc:chgData name="Char Wang" userId="6b6e7535c948cbb7" providerId="LiveId" clId="{4F6F1AB7-7A30-40D3-8E50-471BF3364091}" dt="2023-12-02T11:28:59.945" v="566" actId="313"/>
        <pc:sldMkLst>
          <pc:docMk/>
          <pc:sldMk cId="3173827484" sldId="367"/>
        </pc:sldMkLst>
        <pc:spChg chg="mod">
          <ac:chgData name="Char Wang" userId="6b6e7535c948cbb7" providerId="LiveId" clId="{4F6F1AB7-7A30-40D3-8E50-471BF3364091}" dt="2023-12-02T11:28:59.945" v="566" actId="313"/>
          <ac:spMkLst>
            <pc:docMk/>
            <pc:sldMk cId="3173827484" sldId="367"/>
            <ac:spMk id="2" creationId="{00000000-0000-0000-0000-000000000000}"/>
          </ac:spMkLst>
        </pc:spChg>
        <pc:spChg chg="mod">
          <ac:chgData name="Char Wang" userId="6b6e7535c948cbb7" providerId="LiveId" clId="{4F6F1AB7-7A30-40D3-8E50-471BF3364091}" dt="2023-12-02T11:05:34.118" v="15" actId="20577"/>
          <ac:spMkLst>
            <pc:docMk/>
            <pc:sldMk cId="3173827484" sldId="367"/>
            <ac:spMk id="4" creationId="{00000000-0000-0000-0000-000000000000}"/>
          </ac:spMkLst>
        </pc:spChg>
      </pc:sldChg>
      <pc:sldChg chg="del">
        <pc:chgData name="Char Wang" userId="6b6e7535c948cbb7" providerId="LiveId" clId="{4F6F1AB7-7A30-40D3-8E50-471BF3364091}" dt="2023-12-02T11:37:47.318" v="740" actId="47"/>
        <pc:sldMkLst>
          <pc:docMk/>
          <pc:sldMk cId="1107642512" sldId="368"/>
        </pc:sldMkLst>
      </pc:sldChg>
      <pc:sldChg chg="del">
        <pc:chgData name="Char Wang" userId="6b6e7535c948cbb7" providerId="LiveId" clId="{4F6F1AB7-7A30-40D3-8E50-471BF3364091}" dt="2023-12-02T11:38:01.397" v="749" actId="47"/>
        <pc:sldMkLst>
          <pc:docMk/>
          <pc:sldMk cId="2174932286" sldId="370"/>
        </pc:sldMkLst>
      </pc:sldChg>
      <pc:sldChg chg="del">
        <pc:chgData name="Char Wang" userId="6b6e7535c948cbb7" providerId="LiveId" clId="{4F6F1AB7-7A30-40D3-8E50-471BF3364091}" dt="2023-12-02T11:37:56.918" v="745" actId="47"/>
        <pc:sldMkLst>
          <pc:docMk/>
          <pc:sldMk cId="4125002051" sldId="371"/>
        </pc:sldMkLst>
      </pc:sldChg>
      <pc:sldChg chg="del">
        <pc:chgData name="Char Wang" userId="6b6e7535c948cbb7" providerId="LiveId" clId="{4F6F1AB7-7A30-40D3-8E50-471BF3364091}" dt="2023-12-02T11:37:55.770" v="744" actId="47"/>
        <pc:sldMkLst>
          <pc:docMk/>
          <pc:sldMk cId="2983648530" sldId="374"/>
        </pc:sldMkLst>
      </pc:sldChg>
      <pc:sldChg chg="del">
        <pc:chgData name="Char Wang" userId="6b6e7535c948cbb7" providerId="LiveId" clId="{4F6F1AB7-7A30-40D3-8E50-471BF3364091}" dt="2023-12-02T11:37:59.268" v="747" actId="47"/>
        <pc:sldMkLst>
          <pc:docMk/>
          <pc:sldMk cId="2106213695" sldId="380"/>
        </pc:sldMkLst>
      </pc:sldChg>
      <pc:sldChg chg="del">
        <pc:chgData name="Char Wang" userId="6b6e7535c948cbb7" providerId="LiveId" clId="{4F6F1AB7-7A30-40D3-8E50-471BF3364091}" dt="2023-12-02T11:37:54.593" v="743" actId="47"/>
        <pc:sldMkLst>
          <pc:docMk/>
          <pc:sldMk cId="406393638" sldId="381"/>
        </pc:sldMkLst>
      </pc:sldChg>
      <pc:sldChg chg="del">
        <pc:chgData name="Char Wang" userId="6b6e7535c948cbb7" providerId="LiveId" clId="{4F6F1AB7-7A30-40D3-8E50-471BF3364091}" dt="2023-12-02T11:37:50.974" v="742" actId="47"/>
        <pc:sldMkLst>
          <pc:docMk/>
          <pc:sldMk cId="4275661304" sldId="383"/>
        </pc:sldMkLst>
      </pc:sldChg>
      <pc:sldChg chg="del">
        <pc:chgData name="Char Wang" userId="6b6e7535c948cbb7" providerId="LiveId" clId="{4F6F1AB7-7A30-40D3-8E50-471BF3364091}" dt="2023-12-02T11:37:49.402" v="741" actId="47"/>
        <pc:sldMkLst>
          <pc:docMk/>
          <pc:sldMk cId="2798349621" sldId="385"/>
        </pc:sldMkLst>
      </pc:sldChg>
      <pc:sldChg chg="del">
        <pc:chgData name="Char Wang" userId="6b6e7535c948cbb7" providerId="LiveId" clId="{4F6F1AB7-7A30-40D3-8E50-471BF3364091}" dt="2023-12-02T11:37:44.212" v="739" actId="47"/>
        <pc:sldMkLst>
          <pc:docMk/>
          <pc:sldMk cId="924989392" sldId="386"/>
        </pc:sldMkLst>
      </pc:sldChg>
      <pc:sldChg chg="del">
        <pc:chgData name="Char Wang" userId="6b6e7535c948cbb7" providerId="LiveId" clId="{4F6F1AB7-7A30-40D3-8E50-471BF3364091}" dt="2023-12-02T11:05:39.431" v="16" actId="47"/>
        <pc:sldMkLst>
          <pc:docMk/>
          <pc:sldMk cId="2221931796" sldId="387"/>
        </pc:sldMkLst>
      </pc:sldChg>
      <pc:sldChg chg="del">
        <pc:chgData name="Char Wang" userId="6b6e7535c948cbb7" providerId="LiveId" clId="{4F6F1AB7-7A30-40D3-8E50-471BF3364091}" dt="2023-12-02T11:38:00.446" v="748" actId="47"/>
        <pc:sldMkLst>
          <pc:docMk/>
          <pc:sldMk cId="2760383466" sldId="390"/>
        </pc:sldMkLst>
      </pc:sldChg>
      <pc:sldChg chg="addSp delSp modSp add mod">
        <pc:chgData name="Char Wang" userId="6b6e7535c948cbb7" providerId="LiveId" clId="{4F6F1AB7-7A30-40D3-8E50-471BF3364091}" dt="2023-12-02T22:40:50.491" v="2619" actId="207"/>
        <pc:sldMkLst>
          <pc:docMk/>
          <pc:sldMk cId="3304866184" sldId="390"/>
        </pc:sldMkLst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2" creationId="{AEC38998-47BB-C540-82A1-D19AA9C1DEFC}"/>
          </ac:spMkLst>
        </pc:spChg>
        <pc:spChg chg="mod">
          <ac:chgData name="Char Wang" userId="6b6e7535c948cbb7" providerId="LiveId" clId="{4F6F1AB7-7A30-40D3-8E50-471BF3364091}" dt="2023-12-02T22:40:34.284" v="2617" actId="20577"/>
          <ac:spMkLst>
            <pc:docMk/>
            <pc:sldMk cId="3304866184" sldId="390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40:50.491" v="2619" actId="207"/>
          <ac:spMkLst>
            <pc:docMk/>
            <pc:sldMk cId="3304866184" sldId="390"/>
            <ac:spMk id="7" creationId="{7CDBC70B-6AB0-D923-BC31-9C72D2C29EC7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9" creationId="{103E08C7-35D1-9E72-7E5C-A50514B32255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0" creationId="{D6B4F426-6568-E709-6CE2-916A338ACE42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4" creationId="{53B3A8F8-E0EE-8B5D-8ABD-59B4577EB660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5" creationId="{2A8DD31F-553E-C57B-E486-96D81F641C8D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6" creationId="{A7E59593-C034-75F3-0009-55101A5A977B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7" creationId="{4239D453-2C42-D73D-D683-C62B645FD8C9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8" creationId="{360323CF-2E14-481B-8A7B-EBA4767D9CF5}"/>
          </ac:spMkLst>
        </pc:spChg>
        <pc:spChg chg="del mod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22" creationId="{1C0E3DAC-B90B-F020-0E56-BC6FBDF221A7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28" creationId="{27F144A2-99F0-7C77-40F7-3F82677837B4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57" creationId="{AC5521B2-EEE6-3780-B2CB-926C08BC5F1A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58" creationId="{EFEA717A-2F38-E22F-9B33-35F08A0D3B54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59" creationId="{21F1BD44-3019-70D6-D2AF-8FA32708348A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70" creationId="{E6C22F50-CF23-3C73-520A-2A8B0975899A}"/>
          </ac:spMkLst>
        </pc:spChg>
        <pc:picChg chg="add mod">
          <ac:chgData name="Char Wang" userId="6b6e7535c948cbb7" providerId="LiveId" clId="{4F6F1AB7-7A30-40D3-8E50-471BF3364091}" dt="2023-12-02T22:39:29.417" v="2605" actId="1076"/>
          <ac:picMkLst>
            <pc:docMk/>
            <pc:sldMk cId="3304866184" sldId="390"/>
            <ac:picMk id="6" creationId="{0182B62E-FB5B-F67F-1714-BE1859EDE92E}"/>
          </ac:picMkLst>
        </pc:pic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4" creationId="{4BCDBA52-C2F1-3897-DE83-F8EDFFF8A79F}"/>
          </ac:cxnSpMkLst>
        </pc:cxn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60" creationId="{A5A38482-AAB7-C926-68D0-8E4F37F0CAB6}"/>
          </ac:cxnSpMkLst>
        </pc:cxn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67" creationId="{FBF79F9F-E93E-42AC-1E9F-80C899D08807}"/>
          </ac:cxnSpMkLst>
        </pc:cxn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71" creationId="{D634C5B0-CCCF-CA58-178C-515F38019437}"/>
          </ac:cxnSpMkLst>
        </pc:cxnChg>
      </pc:sldChg>
      <pc:sldChg chg="del">
        <pc:chgData name="Char Wang" userId="6b6e7535c948cbb7" providerId="LiveId" clId="{4F6F1AB7-7A30-40D3-8E50-471BF3364091}" dt="2023-12-02T11:37:58.186" v="746" actId="47"/>
        <pc:sldMkLst>
          <pc:docMk/>
          <pc:sldMk cId="674619692" sldId="391"/>
        </pc:sldMkLst>
      </pc:sldChg>
      <pc:sldChg chg="del">
        <pc:chgData name="Char Wang" userId="6b6e7535c948cbb7" providerId="LiveId" clId="{4F6F1AB7-7A30-40D3-8E50-471BF3364091}" dt="2023-12-03T12:56:30.037" v="4300" actId="47"/>
        <pc:sldMkLst>
          <pc:docMk/>
          <pc:sldMk cId="2484664163" sldId="392"/>
        </pc:sldMkLst>
      </pc:sldChg>
      <pc:sldChg chg="addSp delSp modSp add mod">
        <pc:chgData name="Char Wang" userId="6b6e7535c948cbb7" providerId="LiveId" clId="{4F6F1AB7-7A30-40D3-8E50-471BF3364091}" dt="2023-12-02T23:33:20.932" v="3303" actId="20577"/>
        <pc:sldMkLst>
          <pc:docMk/>
          <pc:sldMk cId="1931004010" sldId="393"/>
        </pc:sldMkLst>
        <pc:spChg chg="add mod">
          <ac:chgData name="Char Wang" userId="6b6e7535c948cbb7" providerId="LiveId" clId="{4F6F1AB7-7A30-40D3-8E50-471BF3364091}" dt="2023-12-02T11:07:29.337" v="21" actId="1076"/>
          <ac:spMkLst>
            <pc:docMk/>
            <pc:sldMk cId="1931004010" sldId="393"/>
            <ac:spMk id="2" creationId="{834B932A-ADC1-DB79-7DD7-0E507A0627E6}"/>
          </ac:spMkLst>
        </pc:spChg>
        <pc:spChg chg="mod">
          <ac:chgData name="Char Wang" userId="6b6e7535c948cbb7" providerId="LiveId" clId="{4F6F1AB7-7A30-40D3-8E50-471BF3364091}" dt="2023-12-02T23:33:20.932" v="3303" actId="20577"/>
          <ac:spMkLst>
            <pc:docMk/>
            <pc:sldMk cId="1931004010" sldId="393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4" creationId="{78348FFC-50EE-0B87-06DD-203159FCC0AE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5" creationId="{11F2B9E9-87FC-9818-32D2-E4D6B05B8F23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6" creationId="{C6B832F4-3E7C-00C0-7047-13008A516EF7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7" creationId="{143E59DC-602A-48C9-576F-F898C7A7E208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8" creationId="{DF9F4234-5280-9E53-1336-6A021593B269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9" creationId="{BDD79ED9-242A-A600-F7EC-1396BC4AB94F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0" creationId="{476BA8D3-AC09-ED24-9FD0-91B5CF2534AF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1" creationId="{94957BF7-76CA-C8F2-1E65-1B72B90210F6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2" creationId="{E7B49300-ABEA-DB9A-5099-D62CD31A3FC6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3" creationId="{52ED6823-77A8-C005-26F2-AC8BC6DDB9A7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4" creationId="{9A5F6589-ED6B-2810-0CA0-8A9C144BF741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5" creationId="{74024B3C-9AE6-B078-5DFE-E31D3F838A53}"/>
          </ac:spMkLst>
        </pc:spChg>
        <pc:spChg chg="del">
          <ac:chgData name="Char Wang" userId="6b6e7535c948cbb7" providerId="LiveId" clId="{4F6F1AB7-7A30-40D3-8E50-471BF3364091}" dt="2023-12-02T11:07:09.243" v="19" actId="478"/>
          <ac:spMkLst>
            <pc:docMk/>
            <pc:sldMk cId="1931004010" sldId="393"/>
            <ac:spMk id="18" creationId="{F8F5B144-8B41-4E2D-CC08-CA669C7763A5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9" creationId="{02A6B676-4004-1F47-7095-102E97C0505C}"/>
          </ac:spMkLst>
        </pc:spChg>
        <pc:spChg chg="add mod">
          <ac:chgData name="Char Wang" userId="6b6e7535c948cbb7" providerId="LiveId" clId="{4F6F1AB7-7A30-40D3-8E50-471BF3364091}" dt="2023-12-02T11:19:18.488" v="237" actId="1076"/>
          <ac:spMkLst>
            <pc:docMk/>
            <pc:sldMk cId="1931004010" sldId="393"/>
            <ac:spMk id="20" creationId="{ADD1532C-3C5E-922B-D058-9D7FB7352354}"/>
          </ac:spMkLst>
        </pc:spChg>
        <pc:spChg chg="add del mod">
          <ac:chgData name="Char Wang" userId="6b6e7535c948cbb7" providerId="LiveId" clId="{4F6F1AB7-7A30-40D3-8E50-471BF3364091}" dt="2023-12-02T11:09:42.042" v="41" actId="478"/>
          <ac:spMkLst>
            <pc:docMk/>
            <pc:sldMk cId="1931004010" sldId="393"/>
            <ac:spMk id="21" creationId="{3A04F3F1-363F-874E-C04C-87BEEA5AE35F}"/>
          </ac:spMkLst>
        </pc:spChg>
        <pc:spChg chg="add mod">
          <ac:chgData name="Char Wang" userId="6b6e7535c948cbb7" providerId="LiveId" clId="{4F6F1AB7-7A30-40D3-8E50-471BF3364091}" dt="2023-12-02T11:27:57.275" v="502" actId="1037"/>
          <ac:spMkLst>
            <pc:docMk/>
            <pc:sldMk cId="1931004010" sldId="393"/>
            <ac:spMk id="26" creationId="{010C7BE5-5379-E6A4-1D75-8684A5684767}"/>
          </ac:spMkLst>
        </pc:spChg>
        <pc:spChg chg="add mod">
          <ac:chgData name="Char Wang" userId="6b6e7535c948cbb7" providerId="LiveId" clId="{4F6F1AB7-7A30-40D3-8E50-471BF3364091}" dt="2023-12-02T11:27:57.275" v="502" actId="1037"/>
          <ac:spMkLst>
            <pc:docMk/>
            <pc:sldMk cId="1931004010" sldId="393"/>
            <ac:spMk id="27" creationId="{DB033017-C967-2C9E-D68A-E5869773AFCB}"/>
          </ac:spMkLst>
        </pc:spChg>
        <pc:spChg chg="add mod">
          <ac:chgData name="Char Wang" userId="6b6e7535c948cbb7" providerId="LiveId" clId="{4F6F1AB7-7A30-40D3-8E50-471BF3364091}" dt="2023-12-02T11:28:04.960" v="514" actId="1037"/>
          <ac:spMkLst>
            <pc:docMk/>
            <pc:sldMk cId="1931004010" sldId="393"/>
            <ac:spMk id="32" creationId="{E48E4852-7829-9B9F-7469-CFFBB7F64E7C}"/>
          </ac:spMkLst>
        </pc:spChg>
        <pc:spChg chg="add mod ord">
          <ac:chgData name="Char Wang" userId="6b6e7535c948cbb7" providerId="LiveId" clId="{4F6F1AB7-7A30-40D3-8E50-471BF3364091}" dt="2023-12-02T11:27:57.275" v="502" actId="1037"/>
          <ac:spMkLst>
            <pc:docMk/>
            <pc:sldMk cId="1931004010" sldId="393"/>
            <ac:spMk id="33" creationId="{4FF6092E-F5A0-2809-15B9-75C27A1CA022}"/>
          </ac:spMkLst>
        </pc:spChg>
        <pc:spChg chg="add del mod">
          <ac:chgData name="Char Wang" userId="6b6e7535c948cbb7" providerId="LiveId" clId="{4F6F1AB7-7A30-40D3-8E50-471BF3364091}" dt="2023-12-02T11:16:46.092" v="193" actId="478"/>
          <ac:spMkLst>
            <pc:docMk/>
            <pc:sldMk cId="1931004010" sldId="393"/>
            <ac:spMk id="34" creationId="{B5210C45-230B-49A2-3492-75E044918BFD}"/>
          </ac:spMkLst>
        </pc:spChg>
        <pc:spChg chg="add mod">
          <ac:chgData name="Char Wang" userId="6b6e7535c948cbb7" providerId="LiveId" clId="{4F6F1AB7-7A30-40D3-8E50-471BF3364091}" dt="2023-12-02T11:32:15.959" v="619" actId="1037"/>
          <ac:spMkLst>
            <pc:docMk/>
            <pc:sldMk cId="1931004010" sldId="393"/>
            <ac:spMk id="35" creationId="{2E50C24D-AAAB-84AD-2621-209E14E4898C}"/>
          </ac:spMkLst>
        </pc:spChg>
        <pc:spChg chg="add mod">
          <ac:chgData name="Char Wang" userId="6b6e7535c948cbb7" providerId="LiveId" clId="{4F6F1AB7-7A30-40D3-8E50-471BF3364091}" dt="2023-12-02T11:32:15.959" v="619" actId="1037"/>
          <ac:spMkLst>
            <pc:docMk/>
            <pc:sldMk cId="1931004010" sldId="393"/>
            <ac:spMk id="37" creationId="{93866E31-32C4-C80A-F4AA-A661CDBA0E91}"/>
          </ac:spMkLst>
        </pc:spChg>
        <pc:spChg chg="add mod">
          <ac:chgData name="Char Wang" userId="6b6e7535c948cbb7" providerId="LiveId" clId="{4F6F1AB7-7A30-40D3-8E50-471BF3364091}" dt="2023-12-02T11:34:49.503" v="659" actId="14100"/>
          <ac:spMkLst>
            <pc:docMk/>
            <pc:sldMk cId="1931004010" sldId="393"/>
            <ac:spMk id="39" creationId="{3A285065-C171-3270-E631-529AC703367B}"/>
          </ac:spMkLst>
        </pc:spChg>
        <pc:spChg chg="add mod">
          <ac:chgData name="Char Wang" userId="6b6e7535c948cbb7" providerId="LiveId" clId="{4F6F1AB7-7A30-40D3-8E50-471BF3364091}" dt="2023-12-02T11:34:46.232" v="658" actId="14100"/>
          <ac:spMkLst>
            <pc:docMk/>
            <pc:sldMk cId="1931004010" sldId="393"/>
            <ac:spMk id="40" creationId="{C28F2C0E-B7F2-EFD5-4BBB-B6FCB53158EF}"/>
          </ac:spMkLst>
        </pc:spChg>
        <pc:spChg chg="add mod">
          <ac:chgData name="Char Wang" userId="6b6e7535c948cbb7" providerId="LiveId" clId="{4F6F1AB7-7A30-40D3-8E50-471BF3364091}" dt="2023-12-02T12:01:24.589" v="1016" actId="1076"/>
          <ac:spMkLst>
            <pc:docMk/>
            <pc:sldMk cId="1931004010" sldId="393"/>
            <ac:spMk id="42" creationId="{30F8FEC4-3648-2489-70F9-070CA213E93F}"/>
          </ac:spMkLst>
        </pc:spChg>
        <pc:spChg chg="add mod">
          <ac:chgData name="Char Wang" userId="6b6e7535c948cbb7" providerId="LiveId" clId="{4F6F1AB7-7A30-40D3-8E50-471BF3364091}" dt="2023-12-02T11:32:31.680" v="621" actId="14100"/>
          <ac:spMkLst>
            <pc:docMk/>
            <pc:sldMk cId="1931004010" sldId="393"/>
            <ac:spMk id="43" creationId="{312DA10A-4822-4886-84B2-F601FEC30E84}"/>
          </ac:spMkLst>
        </pc:spChg>
        <pc:spChg chg="add mod">
          <ac:chgData name="Char Wang" userId="6b6e7535c948cbb7" providerId="LiveId" clId="{4F6F1AB7-7A30-40D3-8E50-471BF3364091}" dt="2023-12-02T11:46:33.058" v="842" actId="20577"/>
          <ac:spMkLst>
            <pc:docMk/>
            <pc:sldMk cId="1931004010" sldId="393"/>
            <ac:spMk id="44" creationId="{BA55F6B4-C296-88D8-8A29-4CEB5374EECD}"/>
          </ac:spMkLst>
        </pc:spChg>
        <pc:spChg chg="add mod">
          <ac:chgData name="Char Wang" userId="6b6e7535c948cbb7" providerId="LiveId" clId="{4F6F1AB7-7A30-40D3-8E50-471BF3364091}" dt="2023-12-02T11:46:39.452" v="852" actId="1036"/>
          <ac:spMkLst>
            <pc:docMk/>
            <pc:sldMk cId="1931004010" sldId="393"/>
            <ac:spMk id="47" creationId="{B2AAB4A3-18A6-1511-97A2-6B55FFEF4E14}"/>
          </ac:spMkLst>
        </pc:spChg>
        <pc:spChg chg="add mod">
          <ac:chgData name="Char Wang" userId="6b6e7535c948cbb7" providerId="LiveId" clId="{4F6F1AB7-7A30-40D3-8E50-471BF3364091}" dt="2023-12-02T11:46:39.452" v="852" actId="1036"/>
          <ac:spMkLst>
            <pc:docMk/>
            <pc:sldMk cId="1931004010" sldId="393"/>
            <ac:spMk id="49" creationId="{87EF2E0A-9E3F-007E-A786-9A32AB1A94F7}"/>
          </ac:spMkLst>
        </pc:spChg>
        <pc:spChg chg="add mod">
          <ac:chgData name="Char Wang" userId="6b6e7535c948cbb7" providerId="LiveId" clId="{4F6F1AB7-7A30-40D3-8E50-471BF3364091}" dt="2023-12-02T11:46:39.452" v="852" actId="1036"/>
          <ac:spMkLst>
            <pc:docMk/>
            <pc:sldMk cId="1931004010" sldId="393"/>
            <ac:spMk id="50" creationId="{E0E2596F-897A-B659-02A8-4D87B4C40D2F}"/>
          </ac:spMkLst>
        </pc:spChg>
        <pc:spChg chg="add mod ord">
          <ac:chgData name="Char Wang" userId="6b6e7535c948cbb7" providerId="LiveId" clId="{4F6F1AB7-7A30-40D3-8E50-471BF3364091}" dt="2023-12-02T11:39:50.699" v="791" actId="20577"/>
          <ac:spMkLst>
            <pc:docMk/>
            <pc:sldMk cId="1931004010" sldId="393"/>
            <ac:spMk id="52" creationId="{7C4EC3F5-A6B0-B757-0B66-0309AA1A13CE}"/>
          </ac:spMkLst>
        </pc:spChg>
        <pc:spChg chg="add mod ord">
          <ac:chgData name="Char Wang" userId="6b6e7535c948cbb7" providerId="LiveId" clId="{4F6F1AB7-7A30-40D3-8E50-471BF3364091}" dt="2023-12-02T11:38:59.964" v="774" actId="1035"/>
          <ac:spMkLst>
            <pc:docMk/>
            <pc:sldMk cId="1931004010" sldId="393"/>
            <ac:spMk id="55" creationId="{B81AB900-2714-C491-A390-83EBA221F265}"/>
          </ac:spMkLst>
        </pc:spChg>
        <pc:spChg chg="add mod">
          <ac:chgData name="Char Wang" userId="6b6e7535c948cbb7" providerId="LiveId" clId="{4F6F1AB7-7A30-40D3-8E50-471BF3364091}" dt="2023-12-02T11:39:41.938" v="787" actId="20577"/>
          <ac:spMkLst>
            <pc:docMk/>
            <pc:sldMk cId="1931004010" sldId="393"/>
            <ac:spMk id="56" creationId="{D78B2A55-A0D5-DA02-6D8C-DC331CCDEB95}"/>
          </ac:spMkLst>
        </pc:spChg>
        <pc:graphicFrameChg chg="del">
          <ac:chgData name="Char Wang" userId="6b6e7535c948cbb7" providerId="LiveId" clId="{4F6F1AB7-7A30-40D3-8E50-471BF3364091}" dt="2023-12-02T11:07:06.345" v="18" actId="478"/>
          <ac:graphicFrameMkLst>
            <pc:docMk/>
            <pc:sldMk cId="1931004010" sldId="393"/>
            <ac:graphicFrameMk id="16" creationId="{C7EE3399-3337-5117-2040-1A069188D076}"/>
          </ac:graphicFrameMkLst>
        </pc:graphicFrameChg>
        <pc:graphicFrameChg chg="del">
          <ac:chgData name="Char Wang" userId="6b6e7535c948cbb7" providerId="LiveId" clId="{4F6F1AB7-7A30-40D3-8E50-471BF3364091}" dt="2023-12-02T11:07:06.345" v="18" actId="478"/>
          <ac:graphicFrameMkLst>
            <pc:docMk/>
            <pc:sldMk cId="1931004010" sldId="393"/>
            <ac:graphicFrameMk id="17" creationId="{4C13D8C7-F379-3ED0-1C5D-C75ACAA8DD60}"/>
          </ac:graphicFrameMkLst>
        </pc:graphicFrameChg>
        <pc:picChg chg="add mod">
          <ac:chgData name="Char Wang" userId="6b6e7535c948cbb7" providerId="LiveId" clId="{4F6F1AB7-7A30-40D3-8E50-471BF3364091}" dt="2023-12-02T11:27:57.275" v="502" actId="1037"/>
          <ac:picMkLst>
            <pc:docMk/>
            <pc:sldMk cId="1931004010" sldId="393"/>
            <ac:picMk id="22" creationId="{4A0B94D9-1CCF-233D-F594-77637027271A}"/>
          </ac:picMkLst>
        </pc:picChg>
        <pc:picChg chg="add mod">
          <ac:chgData name="Char Wang" userId="6b6e7535c948cbb7" providerId="LiveId" clId="{4F6F1AB7-7A30-40D3-8E50-471BF3364091}" dt="2023-12-02T11:27:57.275" v="502" actId="1037"/>
          <ac:picMkLst>
            <pc:docMk/>
            <pc:sldMk cId="1931004010" sldId="393"/>
            <ac:picMk id="31" creationId="{862D8265-7F11-AF00-D1BE-94AD12CF9FE5}"/>
          </ac:picMkLst>
        </pc:picChg>
        <pc:picChg chg="add mod">
          <ac:chgData name="Char Wang" userId="6b6e7535c948cbb7" providerId="LiveId" clId="{4F6F1AB7-7A30-40D3-8E50-471BF3364091}" dt="2023-12-02T11:32:15.959" v="619" actId="1037"/>
          <ac:picMkLst>
            <pc:docMk/>
            <pc:sldMk cId="1931004010" sldId="393"/>
            <ac:picMk id="36" creationId="{3B747A61-3CA5-DD6A-BB14-889C27EFF030}"/>
          </ac:picMkLst>
        </pc:picChg>
        <pc:picChg chg="add mod">
          <ac:chgData name="Char Wang" userId="6b6e7535c948cbb7" providerId="LiveId" clId="{4F6F1AB7-7A30-40D3-8E50-471BF3364091}" dt="2023-12-02T11:23:46.628" v="403" actId="1037"/>
          <ac:picMkLst>
            <pc:docMk/>
            <pc:sldMk cId="1931004010" sldId="393"/>
            <ac:picMk id="41" creationId="{9C074187-EEE3-BD86-0F3B-070F29F8C142}"/>
          </ac:picMkLst>
        </pc:picChg>
        <pc:picChg chg="add mod">
          <ac:chgData name="Char Wang" userId="6b6e7535c948cbb7" providerId="LiveId" clId="{4F6F1AB7-7A30-40D3-8E50-471BF3364091}" dt="2023-12-02T11:46:39.452" v="852" actId="1036"/>
          <ac:picMkLst>
            <pc:docMk/>
            <pc:sldMk cId="1931004010" sldId="393"/>
            <ac:picMk id="46" creationId="{B8FE804D-35EA-0941-E5F9-9E1CE5898BD5}"/>
          </ac:picMkLst>
        </pc:picChg>
        <pc:picChg chg="add mod">
          <ac:chgData name="Char Wang" userId="6b6e7535c948cbb7" providerId="LiveId" clId="{4F6F1AB7-7A30-40D3-8E50-471BF3364091}" dt="2023-12-02T11:46:39.452" v="852" actId="1036"/>
          <ac:picMkLst>
            <pc:docMk/>
            <pc:sldMk cId="1931004010" sldId="393"/>
            <ac:picMk id="48" creationId="{A361227E-C8D7-1D1D-B29A-FBD46DABBC6C}"/>
          </ac:picMkLst>
        </pc:picChg>
        <pc:picChg chg="add mod">
          <ac:chgData name="Char Wang" userId="6b6e7535c948cbb7" providerId="LiveId" clId="{4F6F1AB7-7A30-40D3-8E50-471BF3364091}" dt="2023-12-02T11:36:14.758" v="721" actId="1076"/>
          <ac:picMkLst>
            <pc:docMk/>
            <pc:sldMk cId="1931004010" sldId="393"/>
            <ac:picMk id="53" creationId="{9A759DD3-B5BE-9800-EBF4-8D74014F84E2}"/>
          </ac:picMkLst>
        </pc:picChg>
        <pc:cxnChg chg="add mod">
          <ac:chgData name="Char Wang" userId="6b6e7535c948cbb7" providerId="LiveId" clId="{4F6F1AB7-7A30-40D3-8E50-471BF3364091}" dt="2023-12-02T11:27:57.275" v="502" actId="1037"/>
          <ac:cxnSpMkLst>
            <pc:docMk/>
            <pc:sldMk cId="1931004010" sldId="393"/>
            <ac:cxnSpMk id="24" creationId="{144624AE-8448-B8D3-CD65-FF551DB1813C}"/>
          </ac:cxnSpMkLst>
        </pc:cxnChg>
        <pc:cxnChg chg="add del mod">
          <ac:chgData name="Char Wang" userId="6b6e7535c948cbb7" providerId="LiveId" clId="{4F6F1AB7-7A30-40D3-8E50-471BF3364091}" dt="2023-12-02T11:11:50.082" v="107" actId="478"/>
          <ac:cxnSpMkLst>
            <pc:docMk/>
            <pc:sldMk cId="1931004010" sldId="393"/>
            <ac:cxnSpMk id="25" creationId="{F6FC282D-3490-12A4-BB0E-BEA0AABC3A89}"/>
          </ac:cxnSpMkLst>
        </pc:cxnChg>
        <pc:cxnChg chg="add mod">
          <ac:chgData name="Char Wang" userId="6b6e7535c948cbb7" providerId="LiveId" clId="{4F6F1AB7-7A30-40D3-8E50-471BF3364091}" dt="2023-12-02T11:27:57.275" v="502" actId="1037"/>
          <ac:cxnSpMkLst>
            <pc:docMk/>
            <pc:sldMk cId="1931004010" sldId="393"/>
            <ac:cxnSpMk id="28" creationId="{B1C7A7D7-F7BF-595A-8148-66D5F5134C75}"/>
          </ac:cxnSpMkLst>
        </pc:cxnChg>
        <pc:cxnChg chg="add mod ord">
          <ac:chgData name="Char Wang" userId="6b6e7535c948cbb7" providerId="LiveId" clId="{4F6F1AB7-7A30-40D3-8E50-471BF3364091}" dt="2023-12-02T11:32:15.959" v="619" actId="1037"/>
          <ac:cxnSpMkLst>
            <pc:docMk/>
            <pc:sldMk cId="1931004010" sldId="393"/>
            <ac:cxnSpMk id="38" creationId="{BCADAE89-1862-75A9-E336-30ADD35479A5}"/>
          </ac:cxnSpMkLst>
        </pc:cxnChg>
        <pc:cxnChg chg="add mod">
          <ac:chgData name="Char Wang" userId="6b6e7535c948cbb7" providerId="LiveId" clId="{4F6F1AB7-7A30-40D3-8E50-471BF3364091}" dt="2023-12-02T11:34:52.928" v="660" actId="1076"/>
          <ac:cxnSpMkLst>
            <pc:docMk/>
            <pc:sldMk cId="1931004010" sldId="393"/>
            <ac:cxnSpMk id="51" creationId="{596B6B99-E376-658F-D941-B2CF2B5EAD5C}"/>
          </ac:cxnSpMkLst>
        </pc:cxnChg>
        <pc:cxnChg chg="add mod">
          <ac:chgData name="Char Wang" userId="6b6e7535c948cbb7" providerId="LiveId" clId="{4F6F1AB7-7A30-40D3-8E50-471BF3364091}" dt="2023-12-02T11:36:22.936" v="723" actId="1076"/>
          <ac:cxnSpMkLst>
            <pc:docMk/>
            <pc:sldMk cId="1931004010" sldId="393"/>
            <ac:cxnSpMk id="54" creationId="{9D5E0D88-D0FC-AE77-B0B8-5B6E3731B6E7}"/>
          </ac:cxnSpMkLst>
        </pc:cxnChg>
      </pc:sldChg>
      <pc:sldChg chg="addSp delSp modSp add mod">
        <pc:chgData name="Char Wang" userId="6b6e7535c948cbb7" providerId="LiveId" clId="{4F6F1AB7-7A30-40D3-8E50-471BF3364091}" dt="2023-12-02T21:43:29.021" v="2130" actId="207"/>
        <pc:sldMkLst>
          <pc:docMk/>
          <pc:sldMk cId="3072993545" sldId="394"/>
        </pc:sldMkLst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" creationId="{834B932A-ADC1-DB79-7DD7-0E507A0627E6}"/>
          </ac:spMkLst>
        </pc:spChg>
        <pc:spChg chg="mod">
          <ac:chgData name="Char Wang" userId="6b6e7535c948cbb7" providerId="LiveId" clId="{4F6F1AB7-7A30-40D3-8E50-471BF3364091}" dt="2023-12-02T21:41:38.361" v="1940" actId="1076"/>
          <ac:spMkLst>
            <pc:docMk/>
            <pc:sldMk cId="3072993545" sldId="394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5" creationId="{19B57068-0D6F-F812-2E69-6042F0D4BC7C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6" creationId="{3B841D51-B738-6974-2550-7F3FDD6E3B63}"/>
          </ac:spMkLst>
        </pc:spChg>
        <pc:spChg chg="add del mod">
          <ac:chgData name="Char Wang" userId="6b6e7535c948cbb7" providerId="LiveId" clId="{4F6F1AB7-7A30-40D3-8E50-471BF3364091}" dt="2023-12-02T21:28:30.438" v="1516" actId="478"/>
          <ac:spMkLst>
            <pc:docMk/>
            <pc:sldMk cId="3072993545" sldId="394"/>
            <ac:spMk id="7" creationId="{6D7A7CF5-0935-5EED-4BB0-3133F5EF274A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8" creationId="{61E9CCAD-81C5-3FAD-D513-0C91E8F9C552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9" creationId="{FF6CAA63-405B-4F6D-BA0F-244012433DAD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0" creationId="{B98C0EEF-CB13-A00C-63F2-7EED566682DC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1" creationId="{DE9140EC-F610-C6AD-CEE5-DD8F79F681EC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2" creationId="{EDCBD565-B779-5855-4D46-8405A24032F7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3" creationId="{A7350A1D-0AC1-0F85-ADBA-05868EDB6ADB}"/>
          </ac:spMkLst>
        </pc:spChg>
        <pc:spChg chg="add mod">
          <ac:chgData name="Char Wang" userId="6b6e7535c948cbb7" providerId="LiveId" clId="{4F6F1AB7-7A30-40D3-8E50-471BF3364091}" dt="2023-12-02T21:43:29.021" v="2130" actId="207"/>
          <ac:spMkLst>
            <pc:docMk/>
            <pc:sldMk cId="3072993545" sldId="394"/>
            <ac:spMk id="16" creationId="{B26E08E2-FDDD-562C-012E-9E7162DB068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0" creationId="{ADD1532C-3C5E-922B-D058-9D7FB735235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6" creationId="{010C7BE5-5379-E6A4-1D75-8684A5684767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7" creationId="{DB033017-C967-2C9E-D68A-E5869773AFCB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2" creationId="{E48E4852-7829-9B9F-7469-CFFBB7F64E7C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3" creationId="{4FF6092E-F5A0-2809-15B9-75C27A1CA022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5" creationId="{2E50C24D-AAAB-84AD-2621-209E14E4898C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7" creationId="{93866E31-32C4-C80A-F4AA-A661CDBA0E91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9" creationId="{3A285065-C171-3270-E631-529AC703367B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0" creationId="{C28F2C0E-B7F2-EFD5-4BBB-B6FCB53158EF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2" creationId="{30F8FEC4-3648-2489-70F9-070CA213E93F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3" creationId="{312DA10A-4822-4886-84B2-F601FEC30E8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4" creationId="{BA55F6B4-C296-88D8-8A29-4CEB5374EECD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7" creationId="{B2AAB4A3-18A6-1511-97A2-6B55FFEF4E1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9" creationId="{87EF2E0A-9E3F-007E-A786-9A32AB1A94F7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0" creationId="{E0E2596F-897A-B659-02A8-4D87B4C40D2F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2" creationId="{7C4EC3F5-A6B0-B757-0B66-0309AA1A13CE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5" creationId="{B81AB900-2714-C491-A390-83EBA221F265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6" creationId="{D78B2A55-A0D5-DA02-6D8C-DC331CCDEB95}"/>
          </ac:spMkLst>
        </pc:spChg>
        <pc:picChg chg="add mod">
          <ac:chgData name="Char Wang" userId="6b6e7535c948cbb7" providerId="LiveId" clId="{4F6F1AB7-7A30-40D3-8E50-471BF3364091}" dt="2023-12-02T21:41:43.793" v="1964" actId="1037"/>
          <ac:picMkLst>
            <pc:docMk/>
            <pc:sldMk cId="3072993545" sldId="394"/>
            <ac:picMk id="4" creationId="{3265CD7E-321B-407D-F6B4-6B2E9FF4D5A6}"/>
          </ac:picMkLst>
        </pc:picChg>
        <pc:picChg chg="add mod">
          <ac:chgData name="Char Wang" userId="6b6e7535c948cbb7" providerId="LiveId" clId="{4F6F1AB7-7A30-40D3-8E50-471BF3364091}" dt="2023-12-02T21:41:49.381" v="1966" actId="1076"/>
          <ac:picMkLst>
            <pc:docMk/>
            <pc:sldMk cId="3072993545" sldId="394"/>
            <ac:picMk id="15" creationId="{29457836-1811-FB8F-4815-0DBF76B831B4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22" creationId="{4A0B94D9-1CCF-233D-F594-77637027271A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31" creationId="{862D8265-7F11-AF00-D1BE-94AD12CF9FE5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36" creationId="{3B747A61-3CA5-DD6A-BB14-889C27EFF030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41" creationId="{9C074187-EEE3-BD86-0F3B-070F29F8C142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46" creationId="{B8FE804D-35EA-0941-E5F9-9E1CE5898BD5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48" creationId="{A361227E-C8D7-1D1D-B29A-FBD46DABBC6C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53" creationId="{9A759DD3-B5BE-9800-EBF4-8D74014F84E2}"/>
          </ac:picMkLst>
        </pc:pic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24" creationId="{144624AE-8448-B8D3-CD65-FF551DB1813C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28" creationId="{B1C7A7D7-F7BF-595A-8148-66D5F5134C75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38" creationId="{BCADAE89-1862-75A9-E336-30ADD35479A5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51" creationId="{596B6B99-E376-658F-D941-B2CF2B5EAD5C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54" creationId="{9D5E0D88-D0FC-AE77-B0B8-5B6E3731B6E7}"/>
          </ac:cxnSpMkLst>
        </pc:cxnChg>
      </pc:sldChg>
      <pc:sldChg chg="modSp add mod">
        <pc:chgData name="Char Wang" userId="6b6e7535c948cbb7" providerId="LiveId" clId="{4F6F1AB7-7A30-40D3-8E50-471BF3364091}" dt="2023-12-02T11:45:52.867" v="818" actId="20577"/>
        <pc:sldMkLst>
          <pc:docMk/>
          <pc:sldMk cId="1290283595" sldId="395"/>
        </pc:sldMkLst>
        <pc:spChg chg="mod">
          <ac:chgData name="Char Wang" userId="6b6e7535c948cbb7" providerId="LiveId" clId="{4F6F1AB7-7A30-40D3-8E50-471BF3364091}" dt="2023-12-02T11:45:52.867" v="818" actId="20577"/>
          <ac:spMkLst>
            <pc:docMk/>
            <pc:sldMk cId="1290283595" sldId="395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48:02.034" v="876" actId="20577"/>
        <pc:sldMkLst>
          <pc:docMk/>
          <pc:sldMk cId="3920458543" sldId="396"/>
        </pc:sldMkLst>
        <pc:spChg chg="mod">
          <ac:chgData name="Char Wang" userId="6b6e7535c948cbb7" providerId="LiveId" clId="{4F6F1AB7-7A30-40D3-8E50-471BF3364091}" dt="2023-12-02T11:48:02.034" v="876" actId="20577"/>
          <ac:spMkLst>
            <pc:docMk/>
            <pc:sldMk cId="3920458543" sldId="396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48:45.886" v="890" actId="20577"/>
        <pc:sldMkLst>
          <pc:docMk/>
          <pc:sldMk cId="478498795" sldId="397"/>
        </pc:sldMkLst>
        <pc:spChg chg="mod">
          <ac:chgData name="Char Wang" userId="6b6e7535c948cbb7" providerId="LiveId" clId="{4F6F1AB7-7A30-40D3-8E50-471BF3364091}" dt="2023-12-02T11:48:45.886" v="890" actId="20577"/>
          <ac:spMkLst>
            <pc:docMk/>
            <pc:sldMk cId="478498795" sldId="397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49:26.550" v="902" actId="20577"/>
        <pc:sldMkLst>
          <pc:docMk/>
          <pc:sldMk cId="4168677121" sldId="398"/>
        </pc:sldMkLst>
        <pc:spChg chg="mod">
          <ac:chgData name="Char Wang" userId="6b6e7535c948cbb7" providerId="LiveId" clId="{4F6F1AB7-7A30-40D3-8E50-471BF3364091}" dt="2023-12-02T11:49:26.550" v="902" actId="20577"/>
          <ac:spMkLst>
            <pc:docMk/>
            <pc:sldMk cId="4168677121" sldId="398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50:34.839" v="909" actId="20577"/>
        <pc:sldMkLst>
          <pc:docMk/>
          <pc:sldMk cId="660123533" sldId="399"/>
        </pc:sldMkLst>
        <pc:spChg chg="mod">
          <ac:chgData name="Char Wang" userId="6b6e7535c948cbb7" providerId="LiveId" clId="{4F6F1AB7-7A30-40D3-8E50-471BF3364091}" dt="2023-12-02T11:50:34.839" v="909" actId="20577"/>
          <ac:spMkLst>
            <pc:docMk/>
            <pc:sldMk cId="660123533" sldId="399"/>
            <ac:spMk id="3" creationId="{00000000-0000-0000-0000-000000000000}"/>
          </ac:spMkLst>
        </pc:spChg>
      </pc:sldChg>
      <pc:sldChg chg="addSp delSp modSp add mod">
        <pc:chgData name="Char Wang" userId="6b6e7535c948cbb7" providerId="LiveId" clId="{4F6F1AB7-7A30-40D3-8E50-471BF3364091}" dt="2023-12-03T13:00:32.532" v="4387" actId="14100"/>
        <pc:sldMkLst>
          <pc:docMk/>
          <pc:sldMk cId="2416007800" sldId="400"/>
        </pc:sldMkLst>
        <pc:spChg chg="add mod">
          <ac:chgData name="Char Wang" userId="6b6e7535c948cbb7" providerId="LiveId" clId="{4F6F1AB7-7A30-40D3-8E50-471BF3364091}" dt="2023-12-03T12:57:14.479" v="4316" actId="20577"/>
          <ac:spMkLst>
            <pc:docMk/>
            <pc:sldMk cId="2416007800" sldId="400"/>
            <ac:spMk id="2" creationId="{972D2CBF-60F4-7EF3-2998-89BD77B14E44}"/>
          </ac:spMkLst>
        </pc:spChg>
        <pc:spChg chg="mod">
          <ac:chgData name="Char Wang" userId="6b6e7535c948cbb7" providerId="LiveId" clId="{4F6F1AB7-7A30-40D3-8E50-471BF3364091}" dt="2023-12-02T11:59:06.353" v="1010" actId="20577"/>
          <ac:spMkLst>
            <pc:docMk/>
            <pc:sldMk cId="2416007800" sldId="400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" creationId="{3838C558-40F9-A065-A9DD-C4962B25BCF9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5" creationId="{D4A110E0-E1B2-D29F-9600-B05D310484CF}"/>
          </ac:spMkLst>
        </pc:spChg>
        <pc:spChg chg="add del">
          <ac:chgData name="Char Wang" userId="6b6e7535c948cbb7" providerId="LiveId" clId="{4F6F1AB7-7A30-40D3-8E50-471BF3364091}" dt="2023-12-02T12:01:10.800" v="1014" actId="478"/>
          <ac:spMkLst>
            <pc:docMk/>
            <pc:sldMk cId="2416007800" sldId="400"/>
            <ac:spMk id="6" creationId="{CB3190D7-7397-34DD-6613-6AE47FA7BF6F}"/>
          </ac:spMkLst>
        </pc:spChg>
        <pc:spChg chg="add del mod">
          <ac:chgData name="Char Wang" userId="6b6e7535c948cbb7" providerId="LiveId" clId="{4F6F1AB7-7A30-40D3-8E50-471BF3364091}" dt="2023-12-03T12:58:28.932" v="4320"/>
          <ac:spMkLst>
            <pc:docMk/>
            <pc:sldMk cId="2416007800" sldId="400"/>
            <ac:spMk id="7" creationId="{30A2692B-B71A-D6E2-6058-2A9E8C633D08}"/>
          </ac:spMkLst>
        </pc:spChg>
        <pc:spChg chg="add del mod">
          <ac:chgData name="Char Wang" userId="6b6e7535c948cbb7" providerId="LiveId" clId="{4F6F1AB7-7A30-40D3-8E50-471BF3364091}" dt="2023-12-02T12:01:10.800" v="1014" actId="478"/>
          <ac:spMkLst>
            <pc:docMk/>
            <pc:sldMk cId="2416007800" sldId="400"/>
            <ac:spMk id="7" creationId="{48888670-2066-96FC-5BD5-F656C5CF5FB2}"/>
          </ac:spMkLst>
        </pc:spChg>
        <pc:spChg chg="add mod">
          <ac:chgData name="Char Wang" userId="6b6e7535c948cbb7" providerId="LiveId" clId="{4F6F1AB7-7A30-40D3-8E50-471BF3364091}" dt="2023-12-03T12:58:42.537" v="4324" actId="1076"/>
          <ac:spMkLst>
            <pc:docMk/>
            <pc:sldMk cId="2416007800" sldId="400"/>
            <ac:spMk id="9" creationId="{AC1344DD-C3B3-1B15-1AF3-768F65D12BA2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1" creationId="{D279D4B9-36E8-91E8-A18F-2D90A9EE108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3" creationId="{62A2D94D-60CB-BED8-6C28-8D49DB3D2D74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5" creationId="{1D688D93-888A-6B72-5350-0F92326758B9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7" creationId="{AA225046-A0F2-27A7-B9EC-B0290C960BE1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9" creationId="{F03A0D75-C90D-D443-2D6C-FAF9BA3894C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21" creationId="{2758E8A1-B763-0FEF-441C-473D5FE80AF4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23" creationId="{5AEE9139-9F86-A32A-4796-ADE1A49D6D27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25" creationId="{EAEE8633-78F8-B8F0-DE11-0D6BE9B58CA7}"/>
          </ac:spMkLst>
        </pc:spChg>
        <pc:spChg chg="add mod">
          <ac:chgData name="Char Wang" userId="6b6e7535c948cbb7" providerId="LiveId" clId="{4F6F1AB7-7A30-40D3-8E50-471BF3364091}" dt="2023-12-03T12:59:00.210" v="4343" actId="1076"/>
          <ac:spMkLst>
            <pc:docMk/>
            <pc:sldMk cId="2416007800" sldId="400"/>
            <ac:spMk id="29" creationId="{C15A8A55-E791-C625-F224-D8B6A02C088E}"/>
          </ac:spMkLst>
        </pc:spChg>
        <pc:spChg chg="add mod">
          <ac:chgData name="Char Wang" userId="6b6e7535c948cbb7" providerId="LiveId" clId="{4F6F1AB7-7A30-40D3-8E50-471BF3364091}" dt="2023-12-03T12:59:10.857" v="4348" actId="1076"/>
          <ac:spMkLst>
            <pc:docMk/>
            <pc:sldMk cId="2416007800" sldId="400"/>
            <ac:spMk id="30" creationId="{6D651100-408B-6D2D-5271-8C0947116424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4" creationId="{2BF6E037-43F2-2DDD-2577-4D204287506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5" creationId="{32F71B6B-878A-B193-A171-5570FAA6C439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6" creationId="{84321E54-1662-7414-262E-61DBDAD82C15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7" creationId="{8731BEB2-8DF1-9188-2E5A-5010B9B01E0E}"/>
          </ac:spMkLst>
        </pc:spChg>
        <pc:spChg chg="add mod">
          <ac:chgData name="Char Wang" userId="6b6e7535c948cbb7" providerId="LiveId" clId="{4F6F1AB7-7A30-40D3-8E50-471BF3364091}" dt="2023-12-03T13:00:01.411" v="4364" actId="14100"/>
          <ac:spMkLst>
            <pc:docMk/>
            <pc:sldMk cId="2416007800" sldId="400"/>
            <ac:spMk id="48" creationId="{9BD7BB4D-084E-EED7-A918-69FA98C99D1F}"/>
          </ac:spMkLst>
        </pc:spChg>
        <pc:spChg chg="add mod">
          <ac:chgData name="Char Wang" userId="6b6e7535c948cbb7" providerId="LiveId" clId="{4F6F1AB7-7A30-40D3-8E50-471BF3364091}" dt="2023-12-03T13:00:32.532" v="4387" actId="14100"/>
          <ac:spMkLst>
            <pc:docMk/>
            <pc:sldMk cId="2416007800" sldId="400"/>
            <ac:spMk id="49" creationId="{EBA82CC6-5652-4824-8BEA-29E4F7AE9596}"/>
          </ac:spMkLst>
        </pc:spChg>
        <pc:spChg chg="add mod">
          <ac:chgData name="Char Wang" userId="6b6e7535c948cbb7" providerId="LiveId" clId="{4F6F1AB7-7A30-40D3-8E50-471BF3364091}" dt="2023-12-02T12:26:20.421" v="1495" actId="20577"/>
          <ac:spMkLst>
            <pc:docMk/>
            <pc:sldMk cId="2416007800" sldId="400"/>
            <ac:spMk id="50" creationId="{750790DE-A84A-61CC-E7C4-9841AB560291}"/>
          </ac:spMkLst>
        </pc:spChg>
        <pc:picChg chg="add del mod">
          <ac:chgData name="Char Wang" userId="6b6e7535c948cbb7" providerId="LiveId" clId="{4F6F1AB7-7A30-40D3-8E50-471BF3364091}" dt="2023-12-03T12:58:28.932" v="4320"/>
          <ac:picMkLst>
            <pc:docMk/>
            <pc:sldMk cId="2416007800" sldId="400"/>
            <ac:picMk id="6" creationId="{0861B3B6-F19D-04A3-C240-218103F050FE}"/>
          </ac:picMkLst>
        </pc:picChg>
        <pc:picChg chg="add mod">
          <ac:chgData name="Char Wang" userId="6b6e7535c948cbb7" providerId="LiveId" clId="{4F6F1AB7-7A30-40D3-8E50-471BF3364091}" dt="2023-12-03T12:58:39.226" v="4323" actId="1076"/>
          <ac:picMkLst>
            <pc:docMk/>
            <pc:sldMk cId="2416007800" sldId="400"/>
            <ac:picMk id="8" creationId="{4BDCA86F-F916-6CCD-1BB8-C1B15080D6D1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0" creationId="{D22DBE27-2406-3450-87DF-BB3AF29D4CC0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2" creationId="{7BF4DD46-3611-07C3-626B-09D24B4B6E49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4" creationId="{7036F1E8-4A1B-E850-2F61-0E76BF066F81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6" creationId="{38D46EAD-27DC-6231-FF3D-F21D1A62A077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8" creationId="{30C7C897-910D-FC45-5E8A-ED5A0CEF497D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20" creationId="{7CEFD445-AC76-244D-22F5-DA677B275A1D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22" creationId="{E2C0CFC7-DED4-0ACB-DFD9-B7F4164B7593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24" creationId="{507798BF-89F1-1AC0-51D1-49AD52EBCDA1}"/>
          </ac:picMkLst>
        </pc:picChg>
        <pc:picChg chg="add mod">
          <ac:chgData name="Char Wang" userId="6b6e7535c948cbb7" providerId="LiveId" clId="{4F6F1AB7-7A30-40D3-8E50-471BF3364091}" dt="2023-12-03T12:58:36.212" v="4322" actId="1076"/>
          <ac:picMkLst>
            <pc:docMk/>
            <pc:sldMk cId="2416007800" sldId="400"/>
            <ac:picMk id="26" creationId="{E39560F1-8242-1C78-1A8A-73564453DBC7}"/>
          </ac:picMkLst>
        </pc:pic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27" creationId="{A2A5A9B8-35BC-1D94-ED67-3490EB47C59E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28" creationId="{35BE732B-19F2-CB38-C351-04596B33CAF9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32" creationId="{510CDCE7-49FB-C8B3-BD19-395B5AD14AE3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35" creationId="{CFDFF3B7-E718-809A-0D51-66118A44831A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38" creationId="{3DD350D2-7F54-EC18-3D00-ACFFCE4B4D73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41" creationId="{B478F20D-E469-D944-AED6-05EA6ABAA64E}"/>
          </ac:cxnSpMkLst>
        </pc:cxnChg>
      </pc:sldChg>
      <pc:sldChg chg="addSp delSp modSp add mod">
        <pc:chgData name="Char Wang" userId="6b6e7535c948cbb7" providerId="LiveId" clId="{4F6F1AB7-7A30-40D3-8E50-471BF3364091}" dt="2023-12-03T13:02:45.268" v="4390"/>
        <pc:sldMkLst>
          <pc:docMk/>
          <pc:sldMk cId="606693407" sldId="401"/>
        </pc:sldMkLst>
        <pc:spChg chg="del">
          <ac:chgData name="Char Wang" userId="6b6e7535c948cbb7" providerId="LiveId" clId="{4F6F1AB7-7A30-40D3-8E50-471BF3364091}" dt="2023-12-02T12:10:29.316" v="1143" actId="478"/>
          <ac:spMkLst>
            <pc:docMk/>
            <pc:sldMk cId="606693407" sldId="401"/>
            <ac:spMk id="2" creationId="{972D2CBF-60F4-7EF3-2998-89BD77B14E44}"/>
          </ac:spMkLst>
        </pc:spChg>
        <pc:spChg chg="del">
          <ac:chgData name="Char Wang" userId="6b6e7535c948cbb7" providerId="LiveId" clId="{4F6F1AB7-7A30-40D3-8E50-471BF3364091}" dt="2023-12-02T12:10:29.316" v="1143" actId="478"/>
          <ac:spMkLst>
            <pc:docMk/>
            <pc:sldMk cId="606693407" sldId="401"/>
            <ac:spMk id="4" creationId="{3838C558-40F9-A065-A9DD-C4962B25BCF9}"/>
          </ac:spMkLst>
        </pc:spChg>
        <pc:spChg chg="del">
          <ac:chgData name="Char Wang" userId="6b6e7535c948cbb7" providerId="LiveId" clId="{4F6F1AB7-7A30-40D3-8E50-471BF3364091}" dt="2023-12-02T12:10:29.316" v="1143" actId="478"/>
          <ac:spMkLst>
            <pc:docMk/>
            <pc:sldMk cId="606693407" sldId="401"/>
            <ac:spMk id="5" creationId="{D4A110E0-E1B2-D29F-9600-B05D310484CF}"/>
          </ac:spMkLst>
        </pc:spChg>
        <pc:spChg chg="add mod">
          <ac:chgData name="Char Wang" userId="6b6e7535c948cbb7" providerId="LiveId" clId="{4F6F1AB7-7A30-40D3-8E50-471BF3364091}" dt="2023-12-03T13:02:45.268" v="4390"/>
          <ac:spMkLst>
            <pc:docMk/>
            <pc:sldMk cId="606693407" sldId="401"/>
            <ac:spMk id="6" creationId="{6203DBEC-C500-36F3-770C-52CF9047873E}"/>
          </ac:spMkLst>
        </pc:spChg>
        <pc:spChg chg="add mod">
          <ac:chgData name="Char Wang" userId="6b6e7535c948cbb7" providerId="LiveId" clId="{4F6F1AB7-7A30-40D3-8E50-471BF3364091}" dt="2023-12-02T12:10:33.864" v="1144"/>
          <ac:spMkLst>
            <pc:docMk/>
            <pc:sldMk cId="606693407" sldId="401"/>
            <ac:spMk id="7" creationId="{2CE60E39-5F76-4E54-4DD5-0869A99F3C69}"/>
          </ac:spMkLst>
        </pc:spChg>
        <pc:spChg chg="add mod">
          <ac:chgData name="Char Wang" userId="6b6e7535c948cbb7" providerId="LiveId" clId="{4F6F1AB7-7A30-40D3-8E50-471BF3364091}" dt="2023-12-02T12:10:33.864" v="1144"/>
          <ac:spMkLst>
            <pc:docMk/>
            <pc:sldMk cId="606693407" sldId="401"/>
            <ac:spMk id="8" creationId="{B2FE85C0-0833-8694-5AD6-381F2F2033A6}"/>
          </ac:spMkLst>
        </pc:spChg>
      </pc:sldChg>
      <pc:sldChg chg="addSp delSp modSp add mod">
        <pc:chgData name="Char Wang" userId="6b6e7535c948cbb7" providerId="LiveId" clId="{4F6F1AB7-7A30-40D3-8E50-471BF3364091}" dt="2023-12-02T21:40:34.573" v="1915" actId="14100"/>
        <pc:sldMkLst>
          <pc:docMk/>
          <pc:sldMk cId="2244268995" sldId="402"/>
        </pc:sldMkLst>
        <pc:spChg chg="mod">
          <ac:chgData name="Char Wang" userId="6b6e7535c948cbb7" providerId="LiveId" clId="{4F6F1AB7-7A30-40D3-8E50-471BF3364091}" dt="2023-12-02T21:34:37.627" v="1719" actId="20577"/>
          <ac:spMkLst>
            <pc:docMk/>
            <pc:sldMk cId="2244268995" sldId="402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1:34:50.047" v="1721" actId="1076"/>
          <ac:spMkLst>
            <pc:docMk/>
            <pc:sldMk cId="2244268995" sldId="402"/>
            <ac:spMk id="5" creationId="{19B57068-0D6F-F812-2E69-6042F0D4BC7C}"/>
          </ac:spMkLst>
        </pc:spChg>
        <pc:spChg chg="del">
          <ac:chgData name="Char Wang" userId="6b6e7535c948cbb7" providerId="LiveId" clId="{4F6F1AB7-7A30-40D3-8E50-471BF3364091}" dt="2023-12-02T21:33:09.306" v="1685" actId="478"/>
          <ac:spMkLst>
            <pc:docMk/>
            <pc:sldMk cId="2244268995" sldId="402"/>
            <ac:spMk id="6" creationId="{3B841D51-B738-6974-2550-7F3FDD6E3B63}"/>
          </ac:spMkLst>
        </pc:spChg>
        <pc:spChg chg="del mod">
          <ac:chgData name="Char Wang" userId="6b6e7535c948cbb7" providerId="LiveId" clId="{4F6F1AB7-7A30-40D3-8E50-471BF3364091}" dt="2023-12-02T21:34:44.310" v="1720" actId="478"/>
          <ac:spMkLst>
            <pc:docMk/>
            <pc:sldMk cId="2244268995" sldId="402"/>
            <ac:spMk id="8" creationId="{61E9CCAD-81C5-3FAD-D513-0C91E8F9C552}"/>
          </ac:spMkLst>
        </pc:spChg>
        <pc:spChg chg="del">
          <ac:chgData name="Char Wang" userId="6b6e7535c948cbb7" providerId="LiveId" clId="{4F6F1AB7-7A30-40D3-8E50-471BF3364091}" dt="2023-12-02T21:33:28.360" v="1687" actId="478"/>
          <ac:spMkLst>
            <pc:docMk/>
            <pc:sldMk cId="2244268995" sldId="402"/>
            <ac:spMk id="9" creationId="{FF6CAA63-405B-4F6D-BA0F-244012433DAD}"/>
          </ac:spMkLst>
        </pc:spChg>
        <pc:spChg chg="del">
          <ac:chgData name="Char Wang" userId="6b6e7535c948cbb7" providerId="LiveId" clId="{4F6F1AB7-7A30-40D3-8E50-471BF3364091}" dt="2023-12-02T21:33:09.306" v="1685" actId="478"/>
          <ac:spMkLst>
            <pc:docMk/>
            <pc:sldMk cId="2244268995" sldId="402"/>
            <ac:spMk id="10" creationId="{B98C0EEF-CB13-A00C-63F2-7EED566682DC}"/>
          </ac:spMkLst>
        </pc:spChg>
        <pc:spChg chg="del">
          <ac:chgData name="Char Wang" userId="6b6e7535c948cbb7" providerId="LiveId" clId="{4F6F1AB7-7A30-40D3-8E50-471BF3364091}" dt="2023-12-02T21:33:28.360" v="1687" actId="478"/>
          <ac:spMkLst>
            <pc:docMk/>
            <pc:sldMk cId="2244268995" sldId="402"/>
            <ac:spMk id="11" creationId="{DE9140EC-F610-C6AD-CEE5-DD8F79F681EC}"/>
          </ac:spMkLst>
        </pc:spChg>
        <pc:spChg chg="del">
          <ac:chgData name="Char Wang" userId="6b6e7535c948cbb7" providerId="LiveId" clId="{4F6F1AB7-7A30-40D3-8E50-471BF3364091}" dt="2023-12-02T21:33:09.306" v="1685" actId="478"/>
          <ac:spMkLst>
            <pc:docMk/>
            <pc:sldMk cId="2244268995" sldId="402"/>
            <ac:spMk id="12" creationId="{EDCBD565-B779-5855-4D46-8405A24032F7}"/>
          </ac:spMkLst>
        </pc:spChg>
        <pc:spChg chg="del">
          <ac:chgData name="Char Wang" userId="6b6e7535c948cbb7" providerId="LiveId" clId="{4F6F1AB7-7A30-40D3-8E50-471BF3364091}" dt="2023-12-02T21:33:28.360" v="1687" actId="478"/>
          <ac:spMkLst>
            <pc:docMk/>
            <pc:sldMk cId="2244268995" sldId="402"/>
            <ac:spMk id="13" creationId="{A7350A1D-0AC1-0F85-ADBA-05868EDB6ADB}"/>
          </ac:spMkLst>
        </pc:spChg>
        <pc:spChg chg="add">
          <ac:chgData name="Char Wang" userId="6b6e7535c948cbb7" providerId="LiveId" clId="{4F6F1AB7-7A30-40D3-8E50-471BF3364091}" dt="2023-12-02T21:34:53.912" v="1722" actId="11529"/>
          <ac:spMkLst>
            <pc:docMk/>
            <pc:sldMk cId="2244268995" sldId="402"/>
            <ac:spMk id="14" creationId="{7091AC4B-8905-3E97-A64A-26E1D1A9DAE5}"/>
          </ac:spMkLst>
        </pc:spChg>
        <pc:spChg chg="add mod">
          <ac:chgData name="Char Wang" userId="6b6e7535c948cbb7" providerId="LiveId" clId="{4F6F1AB7-7A30-40D3-8E50-471BF3364091}" dt="2023-12-02T21:40:23.070" v="1912" actId="14100"/>
          <ac:spMkLst>
            <pc:docMk/>
            <pc:sldMk cId="2244268995" sldId="402"/>
            <ac:spMk id="15" creationId="{80A4C460-D6F7-43D0-D6D4-99367611065B}"/>
          </ac:spMkLst>
        </pc:spChg>
        <pc:spChg chg="add mod">
          <ac:chgData name="Char Wang" userId="6b6e7535c948cbb7" providerId="LiveId" clId="{4F6F1AB7-7A30-40D3-8E50-471BF3364091}" dt="2023-12-02T21:40:34.573" v="1915" actId="14100"/>
          <ac:spMkLst>
            <pc:docMk/>
            <pc:sldMk cId="2244268995" sldId="402"/>
            <ac:spMk id="16" creationId="{754CAB14-684C-A02F-3966-9AE12D971C23}"/>
          </ac:spMkLst>
        </pc:spChg>
        <pc:picChg chg="mod modCrop">
          <ac:chgData name="Char Wang" userId="6b6e7535c948cbb7" providerId="LiveId" clId="{4F6F1AB7-7A30-40D3-8E50-471BF3364091}" dt="2023-12-02T21:34:50.047" v="1721" actId="1076"/>
          <ac:picMkLst>
            <pc:docMk/>
            <pc:sldMk cId="2244268995" sldId="402"/>
            <ac:picMk id="4" creationId="{3265CD7E-321B-407D-F6B4-6B2E9FF4D5A6}"/>
          </ac:picMkLst>
        </pc:picChg>
        <pc:picChg chg="add mod">
          <ac:chgData name="Char Wang" userId="6b6e7535c948cbb7" providerId="LiveId" clId="{4F6F1AB7-7A30-40D3-8E50-471BF3364091}" dt="2023-12-02T21:34:11.679" v="1691" actId="1076"/>
          <ac:picMkLst>
            <pc:docMk/>
            <pc:sldMk cId="2244268995" sldId="402"/>
            <ac:picMk id="7" creationId="{F7173841-9DBE-10D5-135C-5326DC30711C}"/>
          </ac:picMkLst>
        </pc:picChg>
      </pc:sldChg>
      <pc:sldChg chg="addSp delSp modSp add mod">
        <pc:chgData name="Char Wang" userId="6b6e7535c948cbb7" providerId="LiveId" clId="{4F6F1AB7-7A30-40D3-8E50-471BF3364091}" dt="2023-12-03T12:54:50.136" v="4284" actId="20577"/>
        <pc:sldMkLst>
          <pc:docMk/>
          <pc:sldMk cId="2809209777" sldId="403"/>
        </pc:sldMkLst>
        <pc:spChg chg="add mod">
          <ac:chgData name="Char Wang" userId="6b6e7535c948cbb7" providerId="LiveId" clId="{4F6F1AB7-7A30-40D3-8E50-471BF3364091}" dt="2023-12-03T12:54:50.136" v="4284" actId="20577"/>
          <ac:spMkLst>
            <pc:docMk/>
            <pc:sldMk cId="2809209777" sldId="403"/>
            <ac:spMk id="2" creationId="{889BADBA-383D-03DA-11DF-A83DA805DCC5}"/>
          </ac:spMkLst>
        </pc:spChg>
        <pc:spChg chg="mod">
          <ac:chgData name="Char Wang" userId="6b6e7535c948cbb7" providerId="LiveId" clId="{4F6F1AB7-7A30-40D3-8E50-471BF3364091}" dt="2023-12-02T21:35:12.895" v="1745" actId="20577"/>
          <ac:spMkLst>
            <pc:docMk/>
            <pc:sldMk cId="2809209777" sldId="403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1:36:48.143" v="1754" actId="1076"/>
          <ac:spMkLst>
            <pc:docMk/>
            <pc:sldMk cId="2809209777" sldId="403"/>
            <ac:spMk id="5" creationId="{19B57068-0D6F-F812-2E69-6042F0D4BC7C}"/>
          </ac:spMkLst>
        </pc:spChg>
        <pc:spChg chg="add mod">
          <ac:chgData name="Char Wang" userId="6b6e7535c948cbb7" providerId="LiveId" clId="{4F6F1AB7-7A30-40D3-8E50-471BF3364091}" dt="2023-12-02T21:36:59.654" v="1757" actId="14100"/>
          <ac:spMkLst>
            <pc:docMk/>
            <pc:sldMk cId="2809209777" sldId="403"/>
            <ac:spMk id="8" creationId="{E92364FC-A78E-AF7F-5339-0D57F1A250C0}"/>
          </ac:spMkLst>
        </pc:spChg>
        <pc:spChg chg="add mod">
          <ac:chgData name="Char Wang" userId="6b6e7535c948cbb7" providerId="LiveId" clId="{4F6F1AB7-7A30-40D3-8E50-471BF3364091}" dt="2023-12-02T21:37:12.277" v="1761" actId="14100"/>
          <ac:spMkLst>
            <pc:docMk/>
            <pc:sldMk cId="2809209777" sldId="403"/>
            <ac:spMk id="9" creationId="{C3C75BD6-D84C-11B6-0AB8-991AE1D55325}"/>
          </ac:spMkLst>
        </pc:spChg>
        <pc:spChg chg="add del mod">
          <ac:chgData name="Char Wang" userId="6b6e7535c948cbb7" providerId="LiveId" clId="{4F6F1AB7-7A30-40D3-8E50-471BF3364091}" dt="2023-12-02T21:37:23.120" v="1763" actId="478"/>
          <ac:spMkLst>
            <pc:docMk/>
            <pc:sldMk cId="2809209777" sldId="403"/>
            <ac:spMk id="10" creationId="{8A9CE24E-045F-D2C4-1F60-96E8EB3C98EF}"/>
          </ac:spMkLst>
        </pc:spChg>
        <pc:spChg chg="add mod">
          <ac:chgData name="Char Wang" userId="6b6e7535c948cbb7" providerId="LiveId" clId="{4F6F1AB7-7A30-40D3-8E50-471BF3364091}" dt="2023-12-02T21:38:07.823" v="1802" actId="207"/>
          <ac:spMkLst>
            <pc:docMk/>
            <pc:sldMk cId="2809209777" sldId="403"/>
            <ac:spMk id="11" creationId="{3032FC4C-3598-9088-2D15-33AFBE0BB486}"/>
          </ac:spMkLst>
        </pc:spChg>
        <pc:spChg chg="add mod">
          <ac:chgData name="Char Wang" userId="6b6e7535c948cbb7" providerId="LiveId" clId="{4F6F1AB7-7A30-40D3-8E50-471BF3364091}" dt="2023-12-02T21:39:03.133" v="1823" actId="1076"/>
          <ac:spMkLst>
            <pc:docMk/>
            <pc:sldMk cId="2809209777" sldId="403"/>
            <ac:spMk id="12" creationId="{D1F82083-8EDD-57F9-5001-69E72442A0C9}"/>
          </ac:spMkLst>
        </pc:spChg>
        <pc:spChg chg="mod">
          <ac:chgData name="Char Wang" userId="6b6e7535c948cbb7" providerId="LiveId" clId="{4F6F1AB7-7A30-40D3-8E50-471BF3364091}" dt="2023-12-02T21:36:48.143" v="1754" actId="1076"/>
          <ac:spMkLst>
            <pc:docMk/>
            <pc:sldMk cId="2809209777" sldId="403"/>
            <ac:spMk id="14" creationId="{7091AC4B-8905-3E97-A64A-26E1D1A9DAE5}"/>
          </ac:spMkLst>
        </pc:spChg>
        <pc:picChg chg="mod">
          <ac:chgData name="Char Wang" userId="6b6e7535c948cbb7" providerId="LiveId" clId="{4F6F1AB7-7A30-40D3-8E50-471BF3364091}" dt="2023-12-02T21:36:48.143" v="1754" actId="1076"/>
          <ac:picMkLst>
            <pc:docMk/>
            <pc:sldMk cId="2809209777" sldId="403"/>
            <ac:picMk id="4" creationId="{3265CD7E-321B-407D-F6B4-6B2E9FF4D5A6}"/>
          </ac:picMkLst>
        </pc:picChg>
        <pc:picChg chg="add mod modCrop">
          <ac:chgData name="Char Wang" userId="6b6e7535c948cbb7" providerId="LiveId" clId="{4F6F1AB7-7A30-40D3-8E50-471BF3364091}" dt="2023-12-02T21:36:48.143" v="1754" actId="1076"/>
          <ac:picMkLst>
            <pc:docMk/>
            <pc:sldMk cId="2809209777" sldId="403"/>
            <ac:picMk id="6" creationId="{63179015-A654-01D3-4D43-6F91DD5F26A7}"/>
          </ac:picMkLst>
        </pc:picChg>
        <pc:picChg chg="del">
          <ac:chgData name="Char Wang" userId="6b6e7535c948cbb7" providerId="LiveId" clId="{4F6F1AB7-7A30-40D3-8E50-471BF3364091}" dt="2023-12-02T21:35:31.415" v="1748" actId="478"/>
          <ac:picMkLst>
            <pc:docMk/>
            <pc:sldMk cId="2809209777" sldId="403"/>
            <ac:picMk id="7" creationId="{F7173841-9DBE-10D5-135C-5326DC30711C}"/>
          </ac:picMkLst>
        </pc:picChg>
      </pc:sldChg>
      <pc:sldChg chg="addSp delSp modSp add mod">
        <pc:chgData name="Char Wang" userId="6b6e7535c948cbb7" providerId="LiveId" clId="{4F6F1AB7-7A30-40D3-8E50-471BF3364091}" dt="2023-12-03T12:48:10.942" v="4020" actId="207"/>
        <pc:sldMkLst>
          <pc:docMk/>
          <pc:sldMk cId="1470722302" sldId="404"/>
        </pc:sldMkLst>
        <pc:spChg chg="mod">
          <ac:chgData name="Char Wang" userId="6b6e7535c948cbb7" providerId="LiveId" clId="{4F6F1AB7-7A30-40D3-8E50-471BF3364091}" dt="2023-12-02T21:46:34.064" v="2179" actId="20577"/>
          <ac:spMkLst>
            <pc:docMk/>
            <pc:sldMk cId="1470722302" sldId="404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3T12:42:59.790" v="3733" actId="20577"/>
          <ac:spMkLst>
            <pc:docMk/>
            <pc:sldMk cId="1470722302" sldId="404"/>
            <ac:spMk id="5" creationId="{15ABA53A-30FA-7A06-0F04-111DE0CC543E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5" creationId="{19B57068-0D6F-F812-2E69-6042F0D4BC7C}"/>
          </ac:spMkLst>
        </pc:spChg>
        <pc:spChg chg="add mod">
          <ac:chgData name="Char Wang" userId="6b6e7535c948cbb7" providerId="LiveId" clId="{4F6F1AB7-7A30-40D3-8E50-471BF3364091}" dt="2023-12-03T12:48:10.942" v="4020" actId="207"/>
          <ac:spMkLst>
            <pc:docMk/>
            <pc:sldMk cId="1470722302" sldId="404"/>
            <ac:spMk id="6" creationId="{A05796FE-6C48-3B49-6EA4-B7790587CF51}"/>
          </ac:spMkLst>
        </pc:spChg>
        <pc:spChg chg="add mod">
          <ac:chgData name="Char Wang" userId="6b6e7535c948cbb7" providerId="LiveId" clId="{4F6F1AB7-7A30-40D3-8E50-471BF3364091}" dt="2023-12-03T12:47:42.370" v="4016" actId="1076"/>
          <ac:spMkLst>
            <pc:docMk/>
            <pc:sldMk cId="1470722302" sldId="404"/>
            <ac:spMk id="7" creationId="{476A4148-E02F-53B4-BDED-10CC697E40EC}"/>
          </ac:spMkLst>
        </pc:spChg>
        <pc:spChg chg="add mod">
          <ac:chgData name="Char Wang" userId="6b6e7535c948cbb7" providerId="LiveId" clId="{4F6F1AB7-7A30-40D3-8E50-471BF3364091}" dt="2023-12-03T12:44:22.570" v="3760" actId="14100"/>
          <ac:spMkLst>
            <pc:docMk/>
            <pc:sldMk cId="1470722302" sldId="404"/>
            <ac:spMk id="8" creationId="{A47D8EF3-E7C7-5853-8371-F7D3EC29FFDE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8" creationId="{E92364FC-A78E-AF7F-5339-0D57F1A250C0}"/>
          </ac:spMkLst>
        </pc:spChg>
        <pc:spChg chg="add mod">
          <ac:chgData name="Char Wang" userId="6b6e7535c948cbb7" providerId="LiveId" clId="{4F6F1AB7-7A30-40D3-8E50-471BF3364091}" dt="2023-12-03T12:46:34.762" v="3925" actId="14100"/>
          <ac:spMkLst>
            <pc:docMk/>
            <pc:sldMk cId="1470722302" sldId="404"/>
            <ac:spMk id="9" creationId="{8AEB59E6-EDA3-8454-DC8F-DB1F3A276FB9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9" creationId="{C3C75BD6-D84C-11B6-0AB8-991AE1D55325}"/>
          </ac:spMkLst>
        </pc:spChg>
        <pc:spChg chg="add mod">
          <ac:chgData name="Char Wang" userId="6b6e7535c948cbb7" providerId="LiveId" clId="{4F6F1AB7-7A30-40D3-8E50-471BF3364091}" dt="2023-12-03T12:47:24.123" v="4015" actId="20577"/>
          <ac:spMkLst>
            <pc:docMk/>
            <pc:sldMk cId="1470722302" sldId="404"/>
            <ac:spMk id="10" creationId="{B9749A8E-CC09-4016-42FC-731147A4F2A1}"/>
          </ac:spMkLst>
        </pc:spChg>
        <pc:spChg chg="add del mod">
          <ac:chgData name="Char Wang" userId="6b6e7535c948cbb7" providerId="LiveId" clId="{4F6F1AB7-7A30-40D3-8E50-471BF3364091}" dt="2023-12-02T21:47:15.313" v="2186" actId="478"/>
          <ac:spMkLst>
            <pc:docMk/>
            <pc:sldMk cId="1470722302" sldId="404"/>
            <ac:spMk id="10" creationId="{E9D36AB5-8C95-426A-AE27-081F511C7468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11" creationId="{3032FC4C-3598-9088-2D15-33AFBE0BB486}"/>
          </ac:spMkLst>
        </pc:spChg>
        <pc:spChg chg="add mod">
          <ac:chgData name="Char Wang" userId="6b6e7535c948cbb7" providerId="LiveId" clId="{4F6F1AB7-7A30-40D3-8E50-471BF3364091}" dt="2023-12-03T12:47:54.418" v="4018" actId="1076"/>
          <ac:spMkLst>
            <pc:docMk/>
            <pc:sldMk cId="1470722302" sldId="404"/>
            <ac:spMk id="11" creationId="{35A6E723-7B7B-935F-24CC-A7AE608E5E3C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12" creationId="{D1F82083-8EDD-57F9-5001-69E72442A0C9}"/>
          </ac:spMkLst>
        </pc:spChg>
        <pc:spChg chg="add del mod">
          <ac:chgData name="Char Wang" userId="6b6e7535c948cbb7" providerId="LiveId" clId="{4F6F1AB7-7A30-40D3-8E50-471BF3364091}" dt="2023-12-02T21:47:15.313" v="2186" actId="478"/>
          <ac:spMkLst>
            <pc:docMk/>
            <pc:sldMk cId="1470722302" sldId="404"/>
            <ac:spMk id="13" creationId="{3F211CE5-08E0-9447-E7DE-01FBFA63CE45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14" creationId="{7091AC4B-8905-3E97-A64A-26E1D1A9DAE5}"/>
          </ac:spMkLst>
        </pc:spChg>
        <pc:spChg chg="add del mod">
          <ac:chgData name="Char Wang" userId="6b6e7535c948cbb7" providerId="LiveId" clId="{4F6F1AB7-7A30-40D3-8E50-471BF3364091}" dt="2023-12-02T21:47:15.313" v="2186" actId="478"/>
          <ac:spMkLst>
            <pc:docMk/>
            <pc:sldMk cId="1470722302" sldId="404"/>
            <ac:spMk id="15" creationId="{E892BAEE-75B8-61EC-95A5-5D2BEB944FCE}"/>
          </ac:spMkLst>
        </pc:spChg>
        <pc:spChg chg="add mod">
          <ac:chgData name="Char Wang" userId="6b6e7535c948cbb7" providerId="LiveId" clId="{4F6F1AB7-7A30-40D3-8E50-471BF3364091}" dt="2023-12-02T21:47:52.669" v="2194" actId="14100"/>
          <ac:spMkLst>
            <pc:docMk/>
            <pc:sldMk cId="1470722302" sldId="404"/>
            <ac:spMk id="18" creationId="{376A9684-A6F8-720D-57DA-D3121A43B4C3}"/>
          </ac:spMkLst>
        </pc:spChg>
        <pc:spChg chg="add mod">
          <ac:chgData name="Char Wang" userId="6b6e7535c948cbb7" providerId="LiveId" clId="{4F6F1AB7-7A30-40D3-8E50-471BF3364091}" dt="2023-12-02T21:48:07.653" v="2198" actId="14100"/>
          <ac:spMkLst>
            <pc:docMk/>
            <pc:sldMk cId="1470722302" sldId="404"/>
            <ac:spMk id="19" creationId="{F6B217AF-919F-A65B-1497-AAF0DBF64CD1}"/>
          </ac:spMkLst>
        </pc:spChg>
        <pc:spChg chg="add mod">
          <ac:chgData name="Char Wang" userId="6b6e7535c948cbb7" providerId="LiveId" clId="{4F6F1AB7-7A30-40D3-8E50-471BF3364091}" dt="2023-12-03T12:42:16.588" v="3708" actId="1076"/>
          <ac:spMkLst>
            <pc:docMk/>
            <pc:sldMk cId="1470722302" sldId="404"/>
            <ac:spMk id="20" creationId="{85BA29E7-B1E7-32BD-5DCD-26B13F0454C7}"/>
          </ac:spMkLst>
        </pc:spChg>
        <pc:spChg chg="add mod">
          <ac:chgData name="Char Wang" userId="6b6e7535c948cbb7" providerId="LiveId" clId="{4F6F1AB7-7A30-40D3-8E50-471BF3364091}" dt="2023-12-03T12:48:07.225" v="4019" actId="207"/>
          <ac:spMkLst>
            <pc:docMk/>
            <pc:sldMk cId="1470722302" sldId="404"/>
            <ac:spMk id="27" creationId="{B282CB17-BEA8-11B2-A5ED-21E40723768A}"/>
          </ac:spMkLst>
        </pc:spChg>
        <pc:picChg chg="add mod modCrop">
          <ac:chgData name="Char Wang" userId="6b6e7535c948cbb7" providerId="LiveId" clId="{4F6F1AB7-7A30-40D3-8E50-471BF3364091}" dt="2023-12-03T12:47:42.370" v="4016" actId="1076"/>
          <ac:picMkLst>
            <pc:docMk/>
            <pc:sldMk cId="1470722302" sldId="404"/>
            <ac:picMk id="2" creationId="{E08D0E55-ACA5-B0DF-5929-395E7C3D619B}"/>
          </ac:picMkLst>
        </pc:picChg>
        <pc:picChg chg="del">
          <ac:chgData name="Char Wang" userId="6b6e7535c948cbb7" providerId="LiveId" clId="{4F6F1AB7-7A30-40D3-8E50-471BF3364091}" dt="2023-12-02T21:46:38.535" v="2180" actId="478"/>
          <ac:picMkLst>
            <pc:docMk/>
            <pc:sldMk cId="1470722302" sldId="404"/>
            <ac:picMk id="4" creationId="{3265CD7E-321B-407D-F6B4-6B2E9FF4D5A6}"/>
          </ac:picMkLst>
        </pc:picChg>
        <pc:picChg chg="del">
          <ac:chgData name="Char Wang" userId="6b6e7535c948cbb7" providerId="LiveId" clId="{4F6F1AB7-7A30-40D3-8E50-471BF3364091}" dt="2023-12-02T21:46:38.535" v="2180" actId="478"/>
          <ac:picMkLst>
            <pc:docMk/>
            <pc:sldMk cId="1470722302" sldId="404"/>
            <ac:picMk id="6" creationId="{63179015-A654-01D3-4D43-6F91DD5F26A7}"/>
          </ac:picMkLst>
        </pc:picChg>
        <pc:picChg chg="add mod">
          <ac:chgData name="Char Wang" userId="6b6e7535c948cbb7" providerId="LiveId" clId="{4F6F1AB7-7A30-40D3-8E50-471BF3364091}" dt="2023-12-03T12:44:14.846" v="3758" actId="1076"/>
          <ac:picMkLst>
            <pc:docMk/>
            <pc:sldMk cId="1470722302" sldId="404"/>
            <ac:picMk id="17" creationId="{B08A24E4-DB3B-CDDC-B7B1-DF40EC09742B}"/>
          </ac:picMkLst>
        </pc:picChg>
        <pc:cxnChg chg="add mod">
          <ac:chgData name="Char Wang" userId="6b6e7535c948cbb7" providerId="LiveId" clId="{4F6F1AB7-7A30-40D3-8E50-471BF3364091}" dt="2023-12-03T12:42:16.588" v="3708" actId="1076"/>
          <ac:cxnSpMkLst>
            <pc:docMk/>
            <pc:sldMk cId="1470722302" sldId="404"/>
            <ac:cxnSpMk id="22" creationId="{67045605-308B-9F06-F515-FD13F09659A5}"/>
          </ac:cxnSpMkLst>
        </pc:cxnChg>
      </pc:sldChg>
      <pc:sldChg chg="addSp delSp modSp add mod">
        <pc:chgData name="Char Wang" userId="6b6e7535c948cbb7" providerId="LiveId" clId="{4F6F1AB7-7A30-40D3-8E50-471BF3364091}" dt="2023-12-03T12:39:31.330" v="3662" actId="14100"/>
        <pc:sldMkLst>
          <pc:docMk/>
          <pc:sldMk cId="2684641169" sldId="405"/>
        </pc:sldMkLst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" creationId="{834B932A-ADC1-DB79-7DD7-0E507A0627E6}"/>
          </ac:spMkLst>
        </pc:spChg>
        <pc:spChg chg="mod">
          <ac:chgData name="Char Wang" userId="6b6e7535c948cbb7" providerId="LiveId" clId="{4F6F1AB7-7A30-40D3-8E50-471BF3364091}" dt="2023-12-02T21:56:29.212" v="2328" actId="20577"/>
          <ac:spMkLst>
            <pc:docMk/>
            <pc:sldMk cId="2684641169" sldId="405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06:24.475" v="2379" actId="1076"/>
          <ac:spMkLst>
            <pc:docMk/>
            <pc:sldMk cId="2684641169" sldId="405"/>
            <ac:spMk id="8" creationId="{D893AA16-C2C0-3DA7-121C-9E11D3048750}"/>
          </ac:spMkLst>
        </pc:spChg>
        <pc:spChg chg="add mod">
          <ac:chgData name="Char Wang" userId="6b6e7535c948cbb7" providerId="LiveId" clId="{4F6F1AB7-7A30-40D3-8E50-471BF3364091}" dt="2023-12-03T12:39:31.330" v="3662" actId="14100"/>
          <ac:spMkLst>
            <pc:docMk/>
            <pc:sldMk cId="2684641169" sldId="405"/>
            <ac:spMk id="9" creationId="{6DE0FA3C-E3E5-8A07-73D4-F28D48F024DF}"/>
          </ac:spMkLst>
        </pc:spChg>
        <pc:spChg chg="add mod">
          <ac:chgData name="Char Wang" userId="6b6e7535c948cbb7" providerId="LiveId" clId="{4F6F1AB7-7A30-40D3-8E50-471BF3364091}" dt="2023-12-02T22:06:36.373" v="2382" actId="113"/>
          <ac:spMkLst>
            <pc:docMk/>
            <pc:sldMk cId="2684641169" sldId="405"/>
            <ac:spMk id="10" creationId="{7662786B-083F-5D1D-1F53-2160E471D5EF}"/>
          </ac:spMkLst>
        </pc:spChg>
        <pc:spChg chg="add del">
          <ac:chgData name="Char Wang" userId="6b6e7535c948cbb7" providerId="LiveId" clId="{4F6F1AB7-7A30-40D3-8E50-471BF3364091}" dt="2023-12-02T22:05:05.351" v="2367"/>
          <ac:spMkLst>
            <pc:docMk/>
            <pc:sldMk cId="2684641169" sldId="405"/>
            <ac:spMk id="11" creationId="{5F947010-E8EC-6661-012F-98034774C5F6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0" creationId="{ADD1532C-3C5E-922B-D058-9D7FB7352354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6" creationId="{010C7BE5-5379-E6A4-1D75-8684A5684767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7" creationId="{DB033017-C967-2C9E-D68A-E5869773AFCB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2" creationId="{E48E4852-7829-9B9F-7469-CFFBB7F64E7C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3" creationId="{4FF6092E-F5A0-2809-15B9-75C27A1CA022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5" creationId="{2E50C24D-AAAB-84AD-2621-209E14E4898C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7" creationId="{93866E31-32C4-C80A-F4AA-A661CDBA0E91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9" creationId="{3A285065-C171-3270-E631-529AC703367B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0" creationId="{C28F2C0E-B7F2-EFD5-4BBB-B6FCB53158EF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2" creationId="{30F8FEC4-3648-2489-70F9-070CA213E93F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3" creationId="{312DA10A-4822-4886-84B2-F601FEC30E84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4" creationId="{BA55F6B4-C296-88D8-8A29-4CEB5374EECD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7" creationId="{B2AAB4A3-18A6-1511-97A2-6B55FFEF4E14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9" creationId="{87EF2E0A-9E3F-007E-A786-9A32AB1A94F7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0" creationId="{E0E2596F-897A-B659-02A8-4D87B4C40D2F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2" creationId="{7C4EC3F5-A6B0-B757-0B66-0309AA1A13CE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5" creationId="{B81AB900-2714-C491-A390-83EBA221F265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6" creationId="{D78B2A55-A0D5-DA02-6D8C-DC331CCDEB95}"/>
          </ac:spMkLst>
        </pc:spChg>
        <pc:picChg chg="add mod">
          <ac:chgData name="Char Wang" userId="6b6e7535c948cbb7" providerId="LiveId" clId="{4F6F1AB7-7A30-40D3-8E50-471BF3364091}" dt="2023-12-03T12:39:25.402" v="3660" actId="14100"/>
          <ac:picMkLst>
            <pc:docMk/>
            <pc:sldMk cId="2684641169" sldId="405"/>
            <ac:picMk id="5" creationId="{25056AF1-8372-6C18-8CA2-93FE81E261D2}"/>
          </ac:picMkLst>
        </pc:picChg>
        <pc:picChg chg="add mod">
          <ac:chgData name="Char Wang" userId="6b6e7535c948cbb7" providerId="LiveId" clId="{4F6F1AB7-7A30-40D3-8E50-471BF3364091}" dt="2023-12-03T12:39:22.819" v="3659" actId="14100"/>
          <ac:picMkLst>
            <pc:docMk/>
            <pc:sldMk cId="2684641169" sldId="405"/>
            <ac:picMk id="7" creationId="{0911E6B9-929C-934E-E92E-F0D5A3411043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22" creationId="{4A0B94D9-1CCF-233D-F594-77637027271A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31" creationId="{862D8265-7F11-AF00-D1BE-94AD12CF9FE5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36" creationId="{3B747A61-3CA5-DD6A-BB14-889C27EFF030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41" creationId="{9C074187-EEE3-BD86-0F3B-070F29F8C142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46" creationId="{B8FE804D-35EA-0941-E5F9-9E1CE5898BD5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48" creationId="{A361227E-C8D7-1D1D-B29A-FBD46DABBC6C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53" creationId="{9A759DD3-B5BE-9800-EBF4-8D74014F84E2}"/>
          </ac:picMkLst>
        </pc:pic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24" creationId="{144624AE-8448-B8D3-CD65-FF551DB1813C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28" creationId="{B1C7A7D7-F7BF-595A-8148-66D5F5134C75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38" creationId="{BCADAE89-1862-75A9-E336-30ADD35479A5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51" creationId="{596B6B99-E376-658F-D941-B2CF2B5EAD5C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54" creationId="{9D5E0D88-D0FC-AE77-B0B8-5B6E3731B6E7}"/>
          </ac:cxnSpMkLst>
        </pc:cxnChg>
      </pc:sldChg>
      <pc:sldChg chg="delSp modSp add del mod">
        <pc:chgData name="Char Wang" userId="6b6e7535c948cbb7" providerId="LiveId" clId="{4F6F1AB7-7A30-40D3-8E50-471BF3364091}" dt="2023-12-02T21:45:33.922" v="2154" actId="47"/>
        <pc:sldMkLst>
          <pc:docMk/>
          <pc:sldMk cId="3281460051" sldId="405"/>
        </pc:sldMkLst>
        <pc:spChg chg="mod">
          <ac:chgData name="Char Wang" userId="6b6e7535c948cbb7" providerId="LiveId" clId="{4F6F1AB7-7A30-40D3-8E50-471BF3364091}" dt="2023-12-02T21:45:24.154" v="2153" actId="20577"/>
          <ac:spMkLst>
            <pc:docMk/>
            <pc:sldMk cId="3281460051" sldId="405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5" creationId="{19B57068-0D6F-F812-2E69-6042F0D4BC7C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8" creationId="{E92364FC-A78E-AF7F-5339-0D57F1A250C0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9" creationId="{C3C75BD6-D84C-11B6-0AB8-991AE1D55325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11" creationId="{3032FC4C-3598-9088-2D15-33AFBE0BB486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12" creationId="{D1F82083-8EDD-57F9-5001-69E72442A0C9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14" creationId="{7091AC4B-8905-3E97-A64A-26E1D1A9DAE5}"/>
          </ac:spMkLst>
        </pc:spChg>
        <pc:picChg chg="del">
          <ac:chgData name="Char Wang" userId="6b6e7535c948cbb7" providerId="LiveId" clId="{4F6F1AB7-7A30-40D3-8E50-471BF3364091}" dt="2023-12-02T21:45:13.430" v="2133" actId="478"/>
          <ac:picMkLst>
            <pc:docMk/>
            <pc:sldMk cId="3281460051" sldId="405"/>
            <ac:picMk id="4" creationId="{3265CD7E-321B-407D-F6B4-6B2E9FF4D5A6}"/>
          </ac:picMkLst>
        </pc:picChg>
        <pc:picChg chg="del">
          <ac:chgData name="Char Wang" userId="6b6e7535c948cbb7" providerId="LiveId" clId="{4F6F1AB7-7A30-40D3-8E50-471BF3364091}" dt="2023-12-02T21:45:13.430" v="2133" actId="478"/>
          <ac:picMkLst>
            <pc:docMk/>
            <pc:sldMk cId="3281460051" sldId="405"/>
            <ac:picMk id="6" creationId="{63179015-A654-01D3-4D43-6F91DD5F26A7}"/>
          </ac:picMkLst>
        </pc:picChg>
      </pc:sldChg>
      <pc:sldChg chg="addSp modSp add mod">
        <pc:chgData name="Char Wang" userId="6b6e7535c948cbb7" providerId="LiveId" clId="{4F6F1AB7-7A30-40D3-8E50-471BF3364091}" dt="2023-12-02T22:13:01.881" v="2519" actId="20577"/>
        <pc:sldMkLst>
          <pc:docMk/>
          <pc:sldMk cId="1179030358" sldId="406"/>
        </pc:sldMkLst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2" creationId="{39D10A47-A096-7F96-A2B9-2CC3DE1623FA}"/>
          </ac:spMkLst>
        </pc:spChg>
        <pc:spChg chg="mod">
          <ac:chgData name="Char Wang" userId="6b6e7535c948cbb7" providerId="LiveId" clId="{4F6F1AB7-7A30-40D3-8E50-471BF3364091}" dt="2023-12-02T22:13:01.881" v="2519" actId="20577"/>
          <ac:spMkLst>
            <pc:docMk/>
            <pc:sldMk cId="1179030358" sldId="406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4" creationId="{94C1ECCF-6CCD-10A1-FC5B-53F321C6CFBD}"/>
          </ac:spMkLst>
        </pc:spChg>
        <pc:spChg chg="add mod">
          <ac:chgData name="Char Wang" userId="6b6e7535c948cbb7" providerId="LiveId" clId="{4F6F1AB7-7A30-40D3-8E50-471BF3364091}" dt="2023-12-02T22:07:26.067" v="2407" actId="20577"/>
          <ac:spMkLst>
            <pc:docMk/>
            <pc:sldMk cId="1179030358" sldId="406"/>
            <ac:spMk id="5" creationId="{4C42567A-60B8-04FC-2A31-2A645586887D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6" creationId="{CEAFCF3A-24F4-404C-45F5-1AD55968339F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7" creationId="{D482C404-4C4A-D26C-D55D-79689456DC61}"/>
          </ac:spMkLst>
        </pc:spChg>
        <pc:spChg chg="add mod">
          <ac:chgData name="Char Wang" userId="6b6e7535c948cbb7" providerId="LiveId" clId="{4F6F1AB7-7A30-40D3-8E50-471BF3364091}" dt="2023-12-02T22:07:30.620" v="2414" actId="20577"/>
          <ac:spMkLst>
            <pc:docMk/>
            <pc:sldMk cId="1179030358" sldId="406"/>
            <ac:spMk id="8" creationId="{1E52A54F-2842-F1D9-4A30-1058BBD1E184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9" creationId="{271BD652-60AC-E61F-88EA-6071D67B9F51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0" creationId="{8CFB00B8-2EE5-7A79-01D6-2A32AB8229A0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1" creationId="{5752122B-3ADA-78CE-5E05-8B81BCE0B843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2" creationId="{D0836B5B-592E-8444-F00B-63AA52C7B790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3" creationId="{1F004CD4-C5FC-A128-D18B-3B00E5F92A15}"/>
          </ac:spMkLst>
        </pc:spChg>
        <pc:spChg chg="add mod">
          <ac:chgData name="Char Wang" userId="6b6e7535c948cbb7" providerId="LiveId" clId="{4F6F1AB7-7A30-40D3-8E50-471BF3364091}" dt="2023-12-02T22:08:07.500" v="2417" actId="1076"/>
          <ac:spMkLst>
            <pc:docMk/>
            <pc:sldMk cId="1179030358" sldId="406"/>
            <ac:spMk id="14" creationId="{D94817C7-2BE6-2D23-8F35-385B09580D55}"/>
          </ac:spMkLst>
        </pc:spChg>
      </pc:sldChg>
      <pc:sldChg chg="addSp delSp modSp add mod">
        <pc:chgData name="Char Wang" userId="6b6e7535c948cbb7" providerId="LiveId" clId="{4F6F1AB7-7A30-40D3-8E50-471BF3364091}" dt="2023-12-02T22:12:54.674" v="2517" actId="20577"/>
        <pc:sldMkLst>
          <pc:docMk/>
          <pc:sldMk cId="2957100013" sldId="407"/>
        </pc:sldMkLst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2" creationId="{39D10A47-A096-7F96-A2B9-2CC3DE1623FA}"/>
          </ac:spMkLst>
        </pc:spChg>
        <pc:spChg chg="mod">
          <ac:chgData name="Char Wang" userId="6b6e7535c948cbb7" providerId="LiveId" clId="{4F6F1AB7-7A30-40D3-8E50-471BF3364091}" dt="2023-12-02T22:12:54.674" v="2517" actId="20577"/>
          <ac:spMkLst>
            <pc:docMk/>
            <pc:sldMk cId="2957100013" sldId="407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4" creationId="{94C1ECCF-6CCD-10A1-FC5B-53F321C6CFBD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5" creationId="{4C42567A-60B8-04FC-2A31-2A645586887D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6" creationId="{CEAFCF3A-24F4-404C-45F5-1AD55968339F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7" creationId="{D482C404-4C4A-D26C-D55D-79689456DC61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8" creationId="{1E52A54F-2842-F1D9-4A30-1058BBD1E184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9" creationId="{271BD652-60AC-E61F-88EA-6071D67B9F51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0" creationId="{8CFB00B8-2EE5-7A79-01D6-2A32AB8229A0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1" creationId="{5752122B-3ADA-78CE-5E05-8B81BCE0B843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2" creationId="{D0836B5B-592E-8444-F00B-63AA52C7B790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3" creationId="{1F004CD4-C5FC-A128-D18B-3B00E5F92A15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4" creationId="{D94817C7-2BE6-2D23-8F35-385B09580D55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5" creationId="{73F24226-D723-C21D-1AAC-193D10DA0D8A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6" creationId="{D9B7939C-7E00-566A-AE42-30EE9C5B3354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7" creationId="{EDCC45BB-2A9D-0794-0A27-406BF5A5E058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8" creationId="{70031775-B64F-7753-8161-7A489E6B38BC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9" creationId="{72608E81-ECA1-64B0-D209-C44A596B4691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0" creationId="{A5D39711-A8FC-A42C-92B2-3A42A2892B6F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1" creationId="{651830D8-D2E3-33CC-3DDF-A4BEBAE5A481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2" creationId="{221A6010-F1D9-9F84-5C8A-ADBF2CE1843E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3" creationId="{896E9B4D-2CA8-5063-EB7B-3467CB367BCE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4" creationId="{72B44858-A91A-B841-B2D4-EAEBF9660A78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5" creationId="{DB6BA7A1-26BC-6D04-2287-6661F15BFE85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6" creationId="{EED6B6C1-65C3-35EF-FE25-7EE2AC54918F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7" creationId="{D37C5702-8E74-3F9B-A220-58BFC9CFC4F2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8" creationId="{141E0B6E-A513-CA70-FF6A-1E6F641EBEAA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9" creationId="{AF186BC3-03A0-4300-6CEE-8E9AC8C907DF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0" creationId="{EB556D22-9C32-7CBD-72AA-BDA685E60264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1" creationId="{8CEC0B0B-A901-9E2F-20F0-681941703BCE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2" creationId="{11E57552-402D-8AF0-B3C0-EE6893887D63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3" creationId="{74BEB69D-23F8-2AB4-76F3-046016DF6848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4" creationId="{1E35B7FE-DAC6-8445-208B-A04A6B46761C}"/>
          </ac:spMkLst>
        </pc:spChg>
        <pc:picChg chg="add mod">
          <ac:chgData name="Char Wang" userId="6b6e7535c948cbb7" providerId="LiveId" clId="{4F6F1AB7-7A30-40D3-8E50-471BF3364091}" dt="2023-12-02T22:11:39.771" v="2508" actId="1076"/>
          <ac:picMkLst>
            <pc:docMk/>
            <pc:sldMk cId="2957100013" sldId="407"/>
            <ac:picMk id="36" creationId="{A259C24C-610C-655F-34B6-B581627B3901}"/>
          </ac:picMkLst>
        </pc:picChg>
      </pc:sldChg>
      <pc:sldChg chg="add del">
        <pc:chgData name="Char Wang" userId="6b6e7535c948cbb7" providerId="LiveId" clId="{4F6F1AB7-7A30-40D3-8E50-471BF3364091}" dt="2023-12-02T22:12:02.169" v="2510" actId="47"/>
        <pc:sldMkLst>
          <pc:docMk/>
          <pc:sldMk cId="1480472282" sldId="408"/>
        </pc:sldMkLst>
      </pc:sldChg>
      <pc:sldChg chg="modSp add mod">
        <pc:chgData name="Char Wang" userId="6b6e7535c948cbb7" providerId="LiveId" clId="{4F6F1AB7-7A30-40D3-8E50-471BF3364091}" dt="2023-12-02T22:37:57.980" v="2599" actId="20577"/>
        <pc:sldMkLst>
          <pc:docMk/>
          <pc:sldMk cId="1971534323" sldId="408"/>
        </pc:sldMkLst>
        <pc:spChg chg="mod">
          <ac:chgData name="Char Wang" userId="6b6e7535c948cbb7" providerId="LiveId" clId="{4F6F1AB7-7A30-40D3-8E50-471BF3364091}" dt="2023-12-02T22:37:57.980" v="2599" actId="20577"/>
          <ac:spMkLst>
            <pc:docMk/>
            <pc:sldMk cId="1971534323" sldId="408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2:15:30.347" v="2575" actId="14100"/>
          <ac:spMkLst>
            <pc:docMk/>
            <pc:sldMk cId="1971534323" sldId="408"/>
            <ac:spMk id="57" creationId="{AC5521B2-EEE6-3780-B2CB-926C08BC5F1A}"/>
          </ac:spMkLst>
        </pc:spChg>
        <pc:spChg chg="mod">
          <ac:chgData name="Char Wang" userId="6b6e7535c948cbb7" providerId="LiveId" clId="{4F6F1AB7-7A30-40D3-8E50-471BF3364091}" dt="2023-12-02T22:14:58.565" v="2566" actId="313"/>
          <ac:spMkLst>
            <pc:docMk/>
            <pc:sldMk cId="1971534323" sldId="408"/>
            <ac:spMk id="72" creationId="{F15AD859-9ACB-3C92-1884-DC3FC2005A8F}"/>
          </ac:spMkLst>
        </pc:spChg>
        <pc:spChg chg="mod">
          <ac:chgData name="Char Wang" userId="6b6e7535c948cbb7" providerId="LiveId" clId="{4F6F1AB7-7A30-40D3-8E50-471BF3364091}" dt="2023-12-02T22:15:44.269" v="2576" actId="1076"/>
          <ac:spMkLst>
            <pc:docMk/>
            <pc:sldMk cId="1971534323" sldId="408"/>
            <ac:spMk id="73" creationId="{203A864C-D99B-DFF0-F967-D9C2AFCFBA85}"/>
          </ac:spMkLst>
        </pc:spChg>
        <pc:cxnChg chg="mod">
          <ac:chgData name="Char Wang" userId="6b6e7535c948cbb7" providerId="LiveId" clId="{4F6F1AB7-7A30-40D3-8E50-471BF3364091}" dt="2023-12-02T22:15:30.347" v="2575" actId="14100"/>
          <ac:cxnSpMkLst>
            <pc:docMk/>
            <pc:sldMk cId="1971534323" sldId="408"/>
            <ac:cxnSpMk id="67" creationId="{FBF79F9F-E93E-42AC-1E9F-80C899D08807}"/>
          </ac:cxnSpMkLst>
        </pc:cxnChg>
        <pc:cxnChg chg="mod">
          <ac:chgData name="Char Wang" userId="6b6e7535c948cbb7" providerId="LiveId" clId="{4F6F1AB7-7A30-40D3-8E50-471BF3364091}" dt="2023-12-02T22:15:30.347" v="2575" actId="14100"/>
          <ac:cxnSpMkLst>
            <pc:docMk/>
            <pc:sldMk cId="1971534323" sldId="408"/>
            <ac:cxnSpMk id="69" creationId="{F9BC8045-0A7D-7F0D-3BC8-77544DDC829C}"/>
          </ac:cxnSpMkLst>
        </pc:cxnChg>
      </pc:sldChg>
      <pc:sldChg chg="modSp add mod">
        <pc:chgData name="Char Wang" userId="6b6e7535c948cbb7" providerId="LiveId" clId="{4F6F1AB7-7A30-40D3-8E50-471BF3364091}" dt="2023-12-02T22:58:09.188" v="2748" actId="1076"/>
        <pc:sldMkLst>
          <pc:docMk/>
          <pc:sldMk cId="3410955961" sldId="409"/>
        </pc:sldMkLst>
        <pc:spChg chg="mod">
          <ac:chgData name="Char Wang" userId="6b6e7535c948cbb7" providerId="LiveId" clId="{4F6F1AB7-7A30-40D3-8E50-471BF3364091}" dt="2023-12-02T22:44:15.878" v="2633" actId="20577"/>
          <ac:spMkLst>
            <pc:docMk/>
            <pc:sldMk cId="3410955961" sldId="409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2:57:50.050" v="2745" actId="14100"/>
          <ac:spMkLst>
            <pc:docMk/>
            <pc:sldMk cId="3410955961" sldId="409"/>
            <ac:spMk id="10" creationId="{D6B4F426-6568-E709-6CE2-916A338ACE42}"/>
          </ac:spMkLst>
        </pc:spChg>
        <pc:spChg chg="mod">
          <ac:chgData name="Char Wang" userId="6b6e7535c948cbb7" providerId="LiveId" clId="{4F6F1AB7-7A30-40D3-8E50-471BF3364091}" dt="2023-12-02T22:57:55.938" v="2746" actId="1076"/>
          <ac:spMkLst>
            <pc:docMk/>
            <pc:sldMk cId="3410955961" sldId="409"/>
            <ac:spMk id="16" creationId="{A7E59593-C034-75F3-0009-55101A5A977B}"/>
          </ac:spMkLst>
        </pc:spChg>
        <pc:spChg chg="mod">
          <ac:chgData name="Char Wang" userId="6b6e7535c948cbb7" providerId="LiveId" clId="{4F6F1AB7-7A30-40D3-8E50-471BF3364091}" dt="2023-12-02T22:58:00.376" v="2747" actId="1076"/>
          <ac:spMkLst>
            <pc:docMk/>
            <pc:sldMk cId="3410955961" sldId="409"/>
            <ac:spMk id="17" creationId="{4239D453-2C42-D73D-D683-C62B645FD8C9}"/>
          </ac:spMkLst>
        </pc:spChg>
        <pc:spChg chg="mod">
          <ac:chgData name="Char Wang" userId="6b6e7535c948cbb7" providerId="LiveId" clId="{4F6F1AB7-7A30-40D3-8E50-471BF3364091}" dt="2023-12-02T22:58:09.188" v="2748" actId="1076"/>
          <ac:spMkLst>
            <pc:docMk/>
            <pc:sldMk cId="3410955961" sldId="409"/>
            <ac:spMk id="18" creationId="{360323CF-2E14-481B-8A7B-EBA4767D9CF5}"/>
          </ac:spMkLst>
        </pc:spChg>
      </pc:sldChg>
      <pc:sldChg chg="addSp delSp modSp add mod">
        <pc:chgData name="Char Wang" userId="6b6e7535c948cbb7" providerId="LiveId" clId="{4F6F1AB7-7A30-40D3-8E50-471BF3364091}" dt="2023-12-02T23:12:32.678" v="2965"/>
        <pc:sldMkLst>
          <pc:docMk/>
          <pc:sldMk cId="775281694" sldId="410"/>
        </pc:sldMkLst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2" creationId="{AEC38998-47BB-C540-82A1-D19AA9C1DEFC}"/>
          </ac:spMkLst>
        </pc:spChg>
        <pc:spChg chg="mod">
          <ac:chgData name="Char Wang" userId="6b6e7535c948cbb7" providerId="LiveId" clId="{4F6F1AB7-7A30-40D3-8E50-471BF3364091}" dt="2023-12-02T23:01:26.262" v="2783" actId="20577"/>
          <ac:spMkLst>
            <pc:docMk/>
            <pc:sldMk cId="775281694" sldId="410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3:03:31.918" v="2819"/>
          <ac:spMkLst>
            <pc:docMk/>
            <pc:sldMk cId="775281694" sldId="410"/>
            <ac:spMk id="7" creationId="{DBC320C3-649E-7477-125A-67271C5519F7}"/>
          </ac:spMkLst>
        </pc:spChg>
        <pc:spChg chg="del mod">
          <ac:chgData name="Char Wang" userId="6b6e7535c948cbb7" providerId="LiveId" clId="{4F6F1AB7-7A30-40D3-8E50-471BF3364091}" dt="2023-12-02T23:03:31.581" v="2818" actId="478"/>
          <ac:spMkLst>
            <pc:docMk/>
            <pc:sldMk cId="775281694" sldId="410"/>
            <ac:spMk id="9" creationId="{103E08C7-35D1-9E72-7E5C-A50514B32255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0" creationId="{D6B4F426-6568-E709-6CE2-916A338ACE42}"/>
          </ac:spMkLst>
        </pc:spChg>
        <pc:spChg chg="add mod">
          <ac:chgData name="Char Wang" userId="6b6e7535c948cbb7" providerId="LiveId" clId="{4F6F1AB7-7A30-40D3-8E50-471BF3364091}" dt="2023-12-02T23:03:31.918" v="2819"/>
          <ac:spMkLst>
            <pc:docMk/>
            <pc:sldMk cId="775281694" sldId="410"/>
            <ac:spMk id="11" creationId="{DA5E4EBA-6BB5-CB82-52F8-3FBA65961B53}"/>
          </ac:spMkLst>
        </pc:spChg>
        <pc:spChg chg="add mod">
          <ac:chgData name="Char Wang" userId="6b6e7535c948cbb7" providerId="LiveId" clId="{4F6F1AB7-7A30-40D3-8E50-471BF3364091}" dt="2023-12-02T23:03:31.918" v="2819"/>
          <ac:spMkLst>
            <pc:docMk/>
            <pc:sldMk cId="775281694" sldId="410"/>
            <ac:spMk id="12" creationId="{B38E09C8-8468-4444-ABEB-3BFDBEA4A7F7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14" creationId="{53B3A8F8-E0EE-8B5D-8ABD-59B4577EB660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5" creationId="{2A8DD31F-553E-C57B-E486-96D81F641C8D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6" creationId="{A7E59593-C034-75F3-0009-55101A5A977B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7" creationId="{4239D453-2C42-D73D-D683-C62B645FD8C9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8" creationId="{360323CF-2E14-481B-8A7B-EBA4767D9CF5}"/>
          </ac:spMkLst>
        </pc:spChg>
        <pc:spChg chg="add mod">
          <ac:chgData name="Char Wang" userId="6b6e7535c948cbb7" providerId="LiveId" clId="{4F6F1AB7-7A30-40D3-8E50-471BF3364091}" dt="2023-12-02T23:04:18.736" v="2853" actId="1076"/>
          <ac:spMkLst>
            <pc:docMk/>
            <pc:sldMk cId="775281694" sldId="410"/>
            <ac:spMk id="19" creationId="{24773F73-7D4C-A653-FDF8-9DF2DBBF77CF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22" creationId="{1C0E3DAC-B90B-F020-0E56-BC6FBDF221A7}"/>
          </ac:spMkLst>
        </pc:spChg>
        <pc:spChg chg="add mod">
          <ac:chgData name="Char Wang" userId="6b6e7535c948cbb7" providerId="LiveId" clId="{4F6F1AB7-7A30-40D3-8E50-471BF3364091}" dt="2023-12-02T23:12:32.678" v="2965"/>
          <ac:spMkLst>
            <pc:docMk/>
            <pc:sldMk cId="775281694" sldId="410"/>
            <ac:spMk id="25" creationId="{79701426-F376-5C08-73F5-0EB2FFBBF029}"/>
          </ac:spMkLst>
        </pc:spChg>
        <pc:spChg chg="del">
          <ac:chgData name="Char Wang" userId="6b6e7535c948cbb7" providerId="LiveId" clId="{4F6F1AB7-7A30-40D3-8E50-471BF3364091}" dt="2023-12-02T22:54:01.604" v="2636" actId="478"/>
          <ac:spMkLst>
            <pc:docMk/>
            <pc:sldMk cId="775281694" sldId="410"/>
            <ac:spMk id="28" creationId="{27F144A2-99F0-7C77-40F7-3F82677837B4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57" creationId="{AC5521B2-EEE6-3780-B2CB-926C08BC5F1A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58" creationId="{EFEA717A-2F38-E22F-9B33-35F08A0D3B54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59" creationId="{21F1BD44-3019-70D6-D2AF-8FA32708348A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70" creationId="{E6C22F50-CF23-3C73-520A-2A8B0975899A}"/>
          </ac:spMkLst>
        </pc:spChg>
        <pc:picChg chg="add del mod">
          <ac:chgData name="Char Wang" userId="6b6e7535c948cbb7" providerId="LiveId" clId="{4F6F1AB7-7A30-40D3-8E50-471BF3364091}" dt="2023-12-02T23:03:31.581" v="2818" actId="478"/>
          <ac:picMkLst>
            <pc:docMk/>
            <pc:sldMk cId="775281694" sldId="410"/>
            <ac:picMk id="6" creationId="{617635D0-A316-DEBA-AFDC-956473207ED6}"/>
          </ac:picMkLst>
        </pc:picChg>
        <pc:picChg chg="add mod">
          <ac:chgData name="Char Wang" userId="6b6e7535c948cbb7" providerId="LiveId" clId="{4F6F1AB7-7A30-40D3-8E50-471BF3364091}" dt="2023-12-02T23:03:31.918" v="2819"/>
          <ac:picMkLst>
            <pc:docMk/>
            <pc:sldMk cId="775281694" sldId="410"/>
            <ac:picMk id="8" creationId="{DCE24671-7790-653E-62A2-D7496137659E}"/>
          </ac:picMkLst>
        </pc:picChg>
        <pc:picChg chg="add mod">
          <ac:chgData name="Char Wang" userId="6b6e7535c948cbb7" providerId="LiveId" clId="{4F6F1AB7-7A30-40D3-8E50-471BF3364091}" dt="2023-12-02T23:12:32.678" v="2965"/>
          <ac:picMkLst>
            <pc:docMk/>
            <pc:sldMk cId="775281694" sldId="410"/>
            <ac:picMk id="24" creationId="{2AA2C50D-67C2-494A-2919-E1AF4C1C4168}"/>
          </ac:picMkLst>
        </pc:pic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4" creationId="{4BCDBA52-C2F1-3897-DE83-F8EDFFF8A79F}"/>
          </ac:cxnSpMkLst>
        </pc:cxnChg>
        <pc:cxnChg chg="add mod">
          <ac:chgData name="Char Wang" userId="6b6e7535c948cbb7" providerId="LiveId" clId="{4F6F1AB7-7A30-40D3-8E50-471BF3364091}" dt="2023-12-02T23:03:31.918" v="2819"/>
          <ac:cxnSpMkLst>
            <pc:docMk/>
            <pc:sldMk cId="775281694" sldId="410"/>
            <ac:cxnSpMk id="13" creationId="{74DF1067-B3A0-6214-13CA-286AC224D71E}"/>
          </ac:cxnSpMkLst>
        </pc:cxnChg>
        <pc:cxnChg chg="add mod">
          <ac:chgData name="Char Wang" userId="6b6e7535c948cbb7" providerId="LiveId" clId="{4F6F1AB7-7A30-40D3-8E50-471BF3364091}" dt="2023-12-02T23:04:27.840" v="2856" actId="14100"/>
          <ac:cxnSpMkLst>
            <pc:docMk/>
            <pc:sldMk cId="775281694" sldId="410"/>
            <ac:cxnSpMk id="20" creationId="{9714AA3C-4ADB-5FF0-1E6C-33B618A425DF}"/>
          </ac:cxnSpMkLst>
        </pc:cxn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60" creationId="{A5A38482-AAB7-C926-68D0-8E4F37F0CAB6}"/>
          </ac:cxnSpMkLst>
        </pc:cxn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67" creationId="{FBF79F9F-E93E-42AC-1E9F-80C899D08807}"/>
          </ac:cxnSpMkLst>
        </pc:cxn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71" creationId="{D634C5B0-CCCF-CA58-178C-515F38019437}"/>
          </ac:cxnSpMkLst>
        </pc:cxnChg>
      </pc:sldChg>
      <pc:sldChg chg="addSp delSp modSp add mod">
        <pc:chgData name="Char Wang" userId="6b6e7535c948cbb7" providerId="LiveId" clId="{4F6F1AB7-7A30-40D3-8E50-471BF3364091}" dt="2023-12-02T23:16:37.615" v="3173" actId="1076"/>
        <pc:sldMkLst>
          <pc:docMk/>
          <pc:sldMk cId="1499300305" sldId="411"/>
        </pc:sldMkLst>
        <pc:spChg chg="mod">
          <ac:chgData name="Char Wang" userId="6b6e7535c948cbb7" providerId="LiveId" clId="{4F6F1AB7-7A30-40D3-8E50-471BF3364091}" dt="2023-12-02T23:01:36.541" v="2804" actId="20577"/>
          <ac:spMkLst>
            <pc:docMk/>
            <pc:sldMk cId="1499300305" sldId="411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57:38.380" v="2743" actId="14100"/>
          <ac:spMkLst>
            <pc:docMk/>
            <pc:sldMk cId="1499300305" sldId="411"/>
            <ac:spMk id="5" creationId="{DC17ECCF-B202-8335-D6A3-0294F0BBC9E1}"/>
          </ac:spMkLst>
        </pc:spChg>
        <pc:spChg chg="add mod">
          <ac:chgData name="Char Wang" userId="6b6e7535c948cbb7" providerId="LiveId" clId="{4F6F1AB7-7A30-40D3-8E50-471BF3364091}" dt="2023-12-02T22:56:59.250" v="2697" actId="1076"/>
          <ac:spMkLst>
            <pc:docMk/>
            <pc:sldMk cId="1499300305" sldId="411"/>
            <ac:spMk id="7" creationId="{76588187-96AE-B25D-F5C5-36DDE33E1B4C}"/>
          </ac:spMkLst>
        </pc:spChg>
        <pc:spChg chg="add mod">
          <ac:chgData name="Char Wang" userId="6b6e7535c948cbb7" providerId="LiveId" clId="{4F6F1AB7-7A30-40D3-8E50-471BF3364091}" dt="2023-12-02T22:58:23.881" v="2749" actId="1076"/>
          <ac:spMkLst>
            <pc:docMk/>
            <pc:sldMk cId="1499300305" sldId="411"/>
            <ac:spMk id="8" creationId="{E4366BF1-9E55-2DC2-3D12-E645A6E256C4}"/>
          </ac:spMkLst>
        </pc:spChg>
        <pc:spChg chg="del">
          <ac:chgData name="Char Wang" userId="6b6e7535c948cbb7" providerId="LiveId" clId="{4F6F1AB7-7A30-40D3-8E50-471BF3364091}" dt="2023-12-02T22:56:53.652" v="2695" actId="478"/>
          <ac:spMkLst>
            <pc:docMk/>
            <pc:sldMk cId="1499300305" sldId="411"/>
            <ac:spMk id="9" creationId="{103E08C7-35D1-9E72-7E5C-A50514B32255}"/>
          </ac:spMkLst>
        </pc:spChg>
        <pc:spChg chg="add mod">
          <ac:chgData name="Char Wang" userId="6b6e7535c948cbb7" providerId="LiveId" clId="{4F6F1AB7-7A30-40D3-8E50-471BF3364091}" dt="2023-12-02T22:58:27.033" v="2750" actId="1076"/>
          <ac:spMkLst>
            <pc:docMk/>
            <pc:sldMk cId="1499300305" sldId="411"/>
            <ac:spMk id="10" creationId="{78D5DFAF-FC7C-2DD9-D533-9A4C46568984}"/>
          </ac:spMkLst>
        </pc:spChg>
        <pc:spChg chg="add mod">
          <ac:chgData name="Char Wang" userId="6b6e7535c948cbb7" providerId="LiveId" clId="{4F6F1AB7-7A30-40D3-8E50-471BF3364091}" dt="2023-12-02T23:15:03.518" v="3071" actId="1037"/>
          <ac:spMkLst>
            <pc:docMk/>
            <pc:sldMk cId="1499300305" sldId="411"/>
            <ac:spMk id="11" creationId="{E53CD8A0-483F-BA0E-FA8A-1FD5CF614F0C}"/>
          </ac:spMkLst>
        </pc:spChg>
        <pc:spChg chg="add mod">
          <ac:chgData name="Char Wang" userId="6b6e7535c948cbb7" providerId="LiveId" clId="{4F6F1AB7-7A30-40D3-8E50-471BF3364091}" dt="2023-12-02T23:04:58.039" v="2859" actId="14100"/>
          <ac:spMkLst>
            <pc:docMk/>
            <pc:sldMk cId="1499300305" sldId="411"/>
            <ac:spMk id="14" creationId="{848F9AA8-49CE-EFAF-2FF8-A64BEEEB0FE5}"/>
          </ac:spMkLst>
        </pc:spChg>
        <pc:spChg chg="add mod">
          <ac:chgData name="Char Wang" userId="6b6e7535c948cbb7" providerId="LiveId" clId="{4F6F1AB7-7A30-40D3-8E50-471BF3364091}" dt="2023-12-02T23:05:27.600" v="2862" actId="14100"/>
          <ac:spMkLst>
            <pc:docMk/>
            <pc:sldMk cId="1499300305" sldId="411"/>
            <ac:spMk id="15" creationId="{ADE584E1-396A-F822-EC8C-B19D3E2886A6}"/>
          </ac:spMkLst>
        </pc:spChg>
        <pc:spChg chg="add mod">
          <ac:chgData name="Char Wang" userId="6b6e7535c948cbb7" providerId="LiveId" clId="{4F6F1AB7-7A30-40D3-8E50-471BF3364091}" dt="2023-12-02T23:06:08.280" v="2870" actId="14100"/>
          <ac:spMkLst>
            <pc:docMk/>
            <pc:sldMk cId="1499300305" sldId="411"/>
            <ac:spMk id="20" creationId="{CA45703A-713E-20FE-7B0B-F41ED33A8223}"/>
          </ac:spMkLst>
        </pc:spChg>
        <pc:spChg chg="add mod">
          <ac:chgData name="Char Wang" userId="6b6e7535c948cbb7" providerId="LiveId" clId="{4F6F1AB7-7A30-40D3-8E50-471BF3364091}" dt="2023-12-02T23:06:24.976" v="2873" actId="14100"/>
          <ac:spMkLst>
            <pc:docMk/>
            <pc:sldMk cId="1499300305" sldId="411"/>
            <ac:spMk id="21" creationId="{3C0AD69F-6AE1-4DB3-D6E0-CFD3C96E51A7}"/>
          </ac:spMkLst>
        </pc:spChg>
        <pc:spChg chg="add mod">
          <ac:chgData name="Char Wang" userId="6b6e7535c948cbb7" providerId="LiveId" clId="{4F6F1AB7-7A30-40D3-8E50-471BF3364091}" dt="2023-12-02T23:16:37.615" v="3173" actId="1076"/>
          <ac:spMkLst>
            <pc:docMk/>
            <pc:sldMk cId="1499300305" sldId="411"/>
            <ac:spMk id="22" creationId="{1F678016-9A97-104B-B40F-1FDDECA4CCB7}"/>
          </ac:spMkLst>
        </pc:spChg>
        <pc:spChg chg="add del mod">
          <ac:chgData name="Char Wang" userId="6b6e7535c948cbb7" providerId="LiveId" clId="{4F6F1AB7-7A30-40D3-8E50-471BF3364091}" dt="2023-12-02T23:08:20.712" v="2927" actId="478"/>
          <ac:spMkLst>
            <pc:docMk/>
            <pc:sldMk cId="1499300305" sldId="411"/>
            <ac:spMk id="26" creationId="{851DE478-D513-0ED0-FE89-FCCD1F99D849}"/>
          </ac:spMkLst>
        </pc:spChg>
        <pc:spChg chg="add mod">
          <ac:chgData name="Char Wang" userId="6b6e7535c948cbb7" providerId="LiveId" clId="{4F6F1AB7-7A30-40D3-8E50-471BF3364091}" dt="2023-12-02T23:16:22.552" v="3172" actId="14100"/>
          <ac:spMkLst>
            <pc:docMk/>
            <pc:sldMk cId="1499300305" sldId="411"/>
            <ac:spMk id="27" creationId="{EB5D62FA-FC20-2847-AD76-9D49CBF4BF6A}"/>
          </ac:spMkLst>
        </pc:spChg>
        <pc:spChg chg="add mod">
          <ac:chgData name="Char Wang" userId="6b6e7535c948cbb7" providerId="LiveId" clId="{4F6F1AB7-7A30-40D3-8E50-471BF3364091}" dt="2023-12-02T23:15:10.125" v="3081" actId="1038"/>
          <ac:spMkLst>
            <pc:docMk/>
            <pc:sldMk cId="1499300305" sldId="411"/>
            <ac:spMk id="32" creationId="{125EFF4E-5658-67FB-0B7F-9759400C5D42}"/>
          </ac:spMkLst>
        </pc:spChg>
        <pc:spChg chg="add mod">
          <ac:chgData name="Char Wang" userId="6b6e7535c948cbb7" providerId="LiveId" clId="{4F6F1AB7-7A30-40D3-8E50-471BF3364091}" dt="2023-12-02T23:15:10.125" v="3081" actId="1038"/>
          <ac:spMkLst>
            <pc:docMk/>
            <pc:sldMk cId="1499300305" sldId="411"/>
            <ac:spMk id="33" creationId="{92533C65-E974-6BF8-D170-1B5CB5EA9F49}"/>
          </ac:spMkLst>
        </pc:spChg>
        <pc:spChg chg="add mod">
          <ac:chgData name="Char Wang" userId="6b6e7535c948cbb7" providerId="LiveId" clId="{4F6F1AB7-7A30-40D3-8E50-471BF3364091}" dt="2023-12-02T23:15:10.125" v="3081" actId="1038"/>
          <ac:spMkLst>
            <pc:docMk/>
            <pc:sldMk cId="1499300305" sldId="411"/>
            <ac:spMk id="34" creationId="{83419C62-BFC9-3121-D50B-83842DFA26AD}"/>
          </ac:spMkLst>
        </pc:spChg>
        <pc:picChg chg="add del mod">
          <ac:chgData name="Char Wang" userId="6b6e7535c948cbb7" providerId="LiveId" clId="{4F6F1AB7-7A30-40D3-8E50-471BF3364091}" dt="2023-12-02T23:01:04.281" v="2754" actId="478"/>
          <ac:picMkLst>
            <pc:docMk/>
            <pc:sldMk cId="1499300305" sldId="411"/>
            <ac:picMk id="4" creationId="{E937F0F2-1408-DD55-905B-345E1A6F0003}"/>
          </ac:picMkLst>
        </pc:picChg>
        <pc:picChg chg="del">
          <ac:chgData name="Char Wang" userId="6b6e7535c948cbb7" providerId="LiveId" clId="{4F6F1AB7-7A30-40D3-8E50-471BF3364091}" dt="2023-12-02T22:56:31.443" v="2692" actId="478"/>
          <ac:picMkLst>
            <pc:docMk/>
            <pc:sldMk cId="1499300305" sldId="411"/>
            <ac:picMk id="6" creationId="{617635D0-A316-DEBA-AFDC-956473207ED6}"/>
          </ac:picMkLst>
        </pc:picChg>
        <pc:picChg chg="add mod">
          <ac:chgData name="Char Wang" userId="6b6e7535c948cbb7" providerId="LiveId" clId="{4F6F1AB7-7A30-40D3-8E50-471BF3364091}" dt="2023-12-02T23:01:09.696" v="2756" actId="1076"/>
          <ac:picMkLst>
            <pc:docMk/>
            <pc:sldMk cId="1499300305" sldId="411"/>
            <ac:picMk id="13" creationId="{4FC09DD9-D84F-B7E3-6B34-945AB8B485F3}"/>
          </ac:picMkLst>
        </pc:picChg>
        <pc:picChg chg="add mod">
          <ac:chgData name="Char Wang" userId="6b6e7535c948cbb7" providerId="LiveId" clId="{4F6F1AB7-7A30-40D3-8E50-471BF3364091}" dt="2023-12-02T23:15:10.125" v="3081" actId="1038"/>
          <ac:picMkLst>
            <pc:docMk/>
            <pc:sldMk cId="1499300305" sldId="411"/>
            <ac:picMk id="29" creationId="{68B27E3D-F13E-6D0E-3C72-60A5B953F1B1}"/>
          </ac:picMkLst>
        </pc:picChg>
        <pc:picChg chg="add mod">
          <ac:chgData name="Char Wang" userId="6b6e7535c948cbb7" providerId="LiveId" clId="{4F6F1AB7-7A30-40D3-8E50-471BF3364091}" dt="2023-12-02T23:15:10.125" v="3081" actId="1038"/>
          <ac:picMkLst>
            <pc:docMk/>
            <pc:sldMk cId="1499300305" sldId="411"/>
            <ac:picMk id="31" creationId="{9F1664DC-8424-96E3-A4F2-71A62FA49483}"/>
          </ac:picMkLst>
        </pc:picChg>
        <pc:cxnChg chg="add mod">
          <ac:chgData name="Char Wang" userId="6b6e7535c948cbb7" providerId="LiveId" clId="{4F6F1AB7-7A30-40D3-8E50-471BF3364091}" dt="2023-12-02T23:05:49.792" v="2866" actId="14100"/>
          <ac:cxnSpMkLst>
            <pc:docMk/>
            <pc:sldMk cId="1499300305" sldId="411"/>
            <ac:cxnSpMk id="16" creationId="{B2690641-8AD3-106F-0C31-8E52DF672478}"/>
          </ac:cxnSpMkLst>
        </pc:cxnChg>
        <pc:cxnChg chg="add mod">
          <ac:chgData name="Char Wang" userId="6b6e7535c948cbb7" providerId="LiveId" clId="{4F6F1AB7-7A30-40D3-8E50-471BF3364091}" dt="2023-12-02T23:16:37.615" v="3173" actId="1076"/>
          <ac:cxnSpMkLst>
            <pc:docMk/>
            <pc:sldMk cId="1499300305" sldId="411"/>
            <ac:cxnSpMk id="23" creationId="{92CCBDE7-6626-5555-8EA2-639DD3EFB170}"/>
          </ac:cxnSpMkLst>
        </pc:cxnChg>
        <pc:cxnChg chg="add mod">
          <ac:chgData name="Char Wang" userId="6b6e7535c948cbb7" providerId="LiveId" clId="{4F6F1AB7-7A30-40D3-8E50-471BF3364091}" dt="2023-12-02T23:16:22.552" v="3172" actId="14100"/>
          <ac:cxnSpMkLst>
            <pc:docMk/>
            <pc:sldMk cId="1499300305" sldId="411"/>
            <ac:cxnSpMk id="36" creationId="{3367AA2F-FC5C-5B4D-EAFE-9FAAFEEAD0DA}"/>
          </ac:cxnSpMkLst>
        </pc:cxnChg>
      </pc:sldChg>
      <pc:sldChg chg="addSp delSp modSp add mod">
        <pc:chgData name="Char Wang" userId="6b6e7535c948cbb7" providerId="LiveId" clId="{4F6F1AB7-7A30-40D3-8E50-471BF3364091}" dt="2023-12-02T23:23:41.846" v="3225" actId="208"/>
        <pc:sldMkLst>
          <pc:docMk/>
          <pc:sldMk cId="1191107706" sldId="412"/>
        </pc:sldMkLst>
        <pc:spChg chg="add del mod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2" creationId="{939F31A9-ADA1-9891-D3C8-4742EF3BB650}"/>
          </ac:spMkLst>
        </pc:spChg>
        <pc:spChg chg="mod">
          <ac:chgData name="Char Wang" userId="6b6e7535c948cbb7" providerId="LiveId" clId="{4F6F1AB7-7A30-40D3-8E50-471BF3364091}" dt="2023-12-02T23:17:06.609" v="3196" actId="20577"/>
          <ac:spMkLst>
            <pc:docMk/>
            <pc:sldMk cId="1191107706" sldId="412"/>
            <ac:spMk id="3" creationId="{00000000-0000-0000-0000-000000000000}"/>
          </ac:spMkLst>
        </pc:spChg>
        <pc:spChg chg="add del mod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4" creationId="{7C6B9C07-FC9B-F5C8-573B-8725EA79AAFC}"/>
          </ac:spMkLst>
        </pc:spChg>
        <pc:spChg chg="del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9" creationId="{103E08C7-35D1-9E72-7E5C-A50514B32255}"/>
          </ac:spMkLst>
        </pc:spChg>
        <pc:spChg chg="add del mod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10" creationId="{CCE9B74A-0993-0D46-791D-CF97F480F200}"/>
          </ac:spMkLst>
        </pc:spChg>
        <pc:spChg chg="add del mod">
          <ac:chgData name="Char Wang" userId="6b6e7535c948cbb7" providerId="LiveId" clId="{4F6F1AB7-7A30-40D3-8E50-471BF3364091}" dt="2023-12-02T23:12:31.201" v="2964" actId="21"/>
          <ac:spMkLst>
            <pc:docMk/>
            <pc:sldMk cId="1191107706" sldId="412"/>
            <ac:spMk id="12" creationId="{C12A9017-BA31-F813-16C0-A9A9777719EA}"/>
          </ac:spMkLst>
        </pc:spChg>
        <pc:spChg chg="add mod">
          <ac:chgData name="Char Wang" userId="6b6e7535c948cbb7" providerId="LiveId" clId="{4F6F1AB7-7A30-40D3-8E50-471BF3364091}" dt="2023-12-02T23:20:30.319" v="3209" actId="1076"/>
          <ac:spMkLst>
            <pc:docMk/>
            <pc:sldMk cId="1191107706" sldId="412"/>
            <ac:spMk id="15" creationId="{3FA345D2-E368-8316-0365-A5305F8CB0A0}"/>
          </ac:spMkLst>
        </pc:spChg>
        <pc:spChg chg="add del mod">
          <ac:chgData name="Char Wang" userId="6b6e7535c948cbb7" providerId="LiveId" clId="{4F6F1AB7-7A30-40D3-8E50-471BF3364091}" dt="2023-12-02T23:21:19.275" v="3217" actId="478"/>
          <ac:spMkLst>
            <pc:docMk/>
            <pc:sldMk cId="1191107706" sldId="412"/>
            <ac:spMk id="16" creationId="{780EBAC7-D19A-153B-71E5-5E18ED4B3BC4}"/>
          </ac:spMkLst>
        </pc:spChg>
        <pc:spChg chg="add mod">
          <ac:chgData name="Char Wang" userId="6b6e7535c948cbb7" providerId="LiveId" clId="{4F6F1AB7-7A30-40D3-8E50-471BF3364091}" dt="2023-12-02T23:20:56.984" v="3213" actId="1076"/>
          <ac:spMkLst>
            <pc:docMk/>
            <pc:sldMk cId="1191107706" sldId="412"/>
            <ac:spMk id="17" creationId="{8AF488D1-BDD2-75F2-B454-06F1CA8BBA91}"/>
          </ac:spMkLst>
        </pc:spChg>
        <pc:spChg chg="add mod">
          <ac:chgData name="Char Wang" userId="6b6e7535c948cbb7" providerId="LiveId" clId="{4F6F1AB7-7A30-40D3-8E50-471BF3364091}" dt="2023-12-02T23:21:09.998" v="3216" actId="14100"/>
          <ac:spMkLst>
            <pc:docMk/>
            <pc:sldMk cId="1191107706" sldId="412"/>
            <ac:spMk id="18" creationId="{F9DA9544-2575-1028-265B-02DD959B67CA}"/>
          </ac:spMkLst>
        </pc:spChg>
        <pc:spChg chg="add mod">
          <ac:chgData name="Char Wang" userId="6b6e7535c948cbb7" providerId="LiveId" clId="{4F6F1AB7-7A30-40D3-8E50-471BF3364091}" dt="2023-12-02T23:23:34.598" v="3224" actId="1076"/>
          <ac:spMkLst>
            <pc:docMk/>
            <pc:sldMk cId="1191107706" sldId="412"/>
            <ac:spMk id="21" creationId="{91883FC5-9947-1627-6D90-CFA9C55093EE}"/>
          </ac:spMkLst>
        </pc:spChg>
        <pc:picChg chg="del mod">
          <ac:chgData name="Char Wang" userId="6b6e7535c948cbb7" providerId="LiveId" clId="{4F6F1AB7-7A30-40D3-8E50-471BF3364091}" dt="2023-12-02T23:19:12.834" v="3197" actId="478"/>
          <ac:picMkLst>
            <pc:docMk/>
            <pc:sldMk cId="1191107706" sldId="412"/>
            <ac:picMk id="6" creationId="{617635D0-A316-DEBA-AFDC-956473207ED6}"/>
          </ac:picMkLst>
        </pc:picChg>
        <pc:picChg chg="add del mod">
          <ac:chgData name="Char Wang" userId="6b6e7535c948cbb7" providerId="LiveId" clId="{4F6F1AB7-7A30-40D3-8E50-471BF3364091}" dt="2023-12-02T23:12:31.201" v="2964" actId="21"/>
          <ac:picMkLst>
            <pc:docMk/>
            <pc:sldMk cId="1191107706" sldId="412"/>
            <ac:picMk id="11" creationId="{3273EC46-7782-B07C-2125-981CB9BE9D9A}"/>
          </ac:picMkLst>
        </pc:picChg>
        <pc:picChg chg="add mod">
          <ac:chgData name="Char Wang" userId="6b6e7535c948cbb7" providerId="LiveId" clId="{4F6F1AB7-7A30-40D3-8E50-471BF3364091}" dt="2023-12-02T23:20:30.319" v="3209" actId="1076"/>
          <ac:picMkLst>
            <pc:docMk/>
            <pc:sldMk cId="1191107706" sldId="412"/>
            <ac:picMk id="14" creationId="{110DD0C2-1380-F67C-A2C2-7B8CDBE0B305}"/>
          </ac:picMkLst>
        </pc:picChg>
        <pc:picChg chg="add mod">
          <ac:chgData name="Char Wang" userId="6b6e7535c948cbb7" providerId="LiveId" clId="{4F6F1AB7-7A30-40D3-8E50-471BF3364091}" dt="2023-12-02T23:23:41.846" v="3225" actId="208"/>
          <ac:picMkLst>
            <pc:docMk/>
            <pc:sldMk cId="1191107706" sldId="412"/>
            <ac:picMk id="20" creationId="{26068627-1229-1828-D200-E739CAA98E6E}"/>
          </ac:picMkLst>
        </pc:picChg>
        <pc:cxnChg chg="add del mod">
          <ac:chgData name="Char Wang" userId="6b6e7535c948cbb7" providerId="LiveId" clId="{4F6F1AB7-7A30-40D3-8E50-471BF3364091}" dt="2023-12-02T23:19:12.834" v="3197" actId="478"/>
          <ac:cxnSpMkLst>
            <pc:docMk/>
            <pc:sldMk cId="1191107706" sldId="412"/>
            <ac:cxnSpMk id="5" creationId="{FFCB6164-2BF7-8813-4151-80ABB734D120}"/>
          </ac:cxnSpMkLst>
        </pc:cxnChg>
      </pc:sldChg>
      <pc:sldChg chg="modSp add del mod">
        <pc:chgData name="Char Wang" userId="6b6e7535c948cbb7" providerId="LiveId" clId="{4F6F1AB7-7A30-40D3-8E50-471BF3364091}" dt="2023-12-02T23:26:08.567" v="3268" actId="47"/>
        <pc:sldMkLst>
          <pc:docMk/>
          <pc:sldMk cId="948831256" sldId="413"/>
        </pc:sldMkLst>
        <pc:spChg chg="mod">
          <ac:chgData name="Char Wang" userId="6b6e7535c948cbb7" providerId="LiveId" clId="{4F6F1AB7-7A30-40D3-8E50-471BF3364091}" dt="2023-12-02T22:55:44.428" v="2691" actId="20577"/>
          <ac:spMkLst>
            <pc:docMk/>
            <pc:sldMk cId="948831256" sldId="413"/>
            <ac:spMk id="3" creationId="{00000000-0000-0000-0000-000000000000}"/>
          </ac:spMkLst>
        </pc:spChg>
      </pc:sldChg>
      <pc:sldChg chg="addSp delSp modSp add mod">
        <pc:chgData name="Char Wang" userId="6b6e7535c948cbb7" providerId="LiveId" clId="{4F6F1AB7-7A30-40D3-8E50-471BF3364091}" dt="2023-12-02T23:25:45.445" v="3266" actId="208"/>
        <pc:sldMkLst>
          <pc:docMk/>
          <pc:sldMk cId="1962216524" sldId="414"/>
        </pc:sldMkLst>
        <pc:spChg chg="mod">
          <ac:chgData name="Char Wang" userId="6b6e7535c948cbb7" providerId="LiveId" clId="{4F6F1AB7-7A30-40D3-8E50-471BF3364091}" dt="2023-12-02T23:25:37.918" v="3265" actId="20577"/>
          <ac:spMkLst>
            <pc:docMk/>
            <pc:sldMk cId="1962216524" sldId="414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3:24:56.319" v="3251" actId="1076"/>
          <ac:spMkLst>
            <pc:docMk/>
            <pc:sldMk cId="1962216524" sldId="414"/>
            <ac:spMk id="15" creationId="{3FA345D2-E368-8316-0365-A5305F8CB0A0}"/>
          </ac:spMkLst>
        </pc:spChg>
        <pc:spChg chg="del">
          <ac:chgData name="Char Wang" userId="6b6e7535c948cbb7" providerId="LiveId" clId="{4F6F1AB7-7A30-40D3-8E50-471BF3364091}" dt="2023-12-02T23:24:05.865" v="3243" actId="478"/>
          <ac:spMkLst>
            <pc:docMk/>
            <pc:sldMk cId="1962216524" sldId="414"/>
            <ac:spMk id="17" creationId="{8AF488D1-BDD2-75F2-B454-06F1CA8BBA91}"/>
          </ac:spMkLst>
        </pc:spChg>
        <pc:spChg chg="del">
          <ac:chgData name="Char Wang" userId="6b6e7535c948cbb7" providerId="LiveId" clId="{4F6F1AB7-7A30-40D3-8E50-471BF3364091}" dt="2023-12-02T23:24:07.131" v="3244" actId="478"/>
          <ac:spMkLst>
            <pc:docMk/>
            <pc:sldMk cId="1962216524" sldId="414"/>
            <ac:spMk id="18" creationId="{F9DA9544-2575-1028-265B-02DD959B67CA}"/>
          </ac:spMkLst>
        </pc:spChg>
        <pc:spChg chg="del">
          <ac:chgData name="Char Wang" userId="6b6e7535c948cbb7" providerId="LiveId" clId="{4F6F1AB7-7A30-40D3-8E50-471BF3364091}" dt="2023-12-02T23:24:08.552" v="3245" actId="478"/>
          <ac:spMkLst>
            <pc:docMk/>
            <pc:sldMk cId="1962216524" sldId="414"/>
            <ac:spMk id="21" creationId="{91883FC5-9947-1627-6D90-CFA9C55093EE}"/>
          </ac:spMkLst>
        </pc:spChg>
        <pc:picChg chg="add mod">
          <ac:chgData name="Char Wang" userId="6b6e7535c948cbb7" providerId="LiveId" clId="{4F6F1AB7-7A30-40D3-8E50-471BF3364091}" dt="2023-12-02T23:25:45.445" v="3266" actId="208"/>
          <ac:picMkLst>
            <pc:docMk/>
            <pc:sldMk cId="1962216524" sldId="414"/>
            <ac:picMk id="4" creationId="{65AB209A-492E-59C0-8097-43C5923A43E9}"/>
          </ac:picMkLst>
        </pc:picChg>
        <pc:picChg chg="mod modCrop">
          <ac:chgData name="Char Wang" userId="6b6e7535c948cbb7" providerId="LiveId" clId="{4F6F1AB7-7A30-40D3-8E50-471BF3364091}" dt="2023-12-02T23:24:56.319" v="3251" actId="1076"/>
          <ac:picMkLst>
            <pc:docMk/>
            <pc:sldMk cId="1962216524" sldId="414"/>
            <ac:picMk id="14" creationId="{110DD0C2-1380-F67C-A2C2-7B8CDBE0B305}"/>
          </ac:picMkLst>
        </pc:picChg>
        <pc:picChg chg="del">
          <ac:chgData name="Char Wang" userId="6b6e7535c948cbb7" providerId="LiveId" clId="{4F6F1AB7-7A30-40D3-8E50-471BF3364091}" dt="2023-12-02T23:24:08.552" v="3245" actId="478"/>
          <ac:picMkLst>
            <pc:docMk/>
            <pc:sldMk cId="1962216524" sldId="414"/>
            <ac:picMk id="20" creationId="{26068627-1229-1828-D200-E739CAA98E6E}"/>
          </ac:picMkLst>
        </pc:picChg>
      </pc:sldChg>
      <pc:sldChg chg="addSp delSp modSp add mod">
        <pc:chgData name="Char Wang" userId="6b6e7535c948cbb7" providerId="LiveId" clId="{4F6F1AB7-7A30-40D3-8E50-471BF3364091}" dt="2023-12-02T23:32:19.361" v="3292" actId="208"/>
        <pc:sldMkLst>
          <pc:docMk/>
          <pc:sldMk cId="2527700252" sldId="415"/>
        </pc:sldMkLst>
        <pc:spChg chg="mod">
          <ac:chgData name="Char Wang" userId="6b6e7535c948cbb7" providerId="LiveId" clId="{4F6F1AB7-7A30-40D3-8E50-471BF3364091}" dt="2023-12-02T23:26:15.745" v="3279" actId="20577"/>
          <ac:spMkLst>
            <pc:docMk/>
            <pc:sldMk cId="2527700252" sldId="415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23:31:20.088" v="3280" actId="478"/>
          <ac:spMkLst>
            <pc:docMk/>
            <pc:sldMk cId="2527700252" sldId="415"/>
            <ac:spMk id="15" creationId="{3FA345D2-E368-8316-0365-A5305F8CB0A0}"/>
          </ac:spMkLst>
        </pc:spChg>
        <pc:picChg chg="del">
          <ac:chgData name="Char Wang" userId="6b6e7535c948cbb7" providerId="LiveId" clId="{4F6F1AB7-7A30-40D3-8E50-471BF3364091}" dt="2023-12-02T23:31:20.088" v="3280" actId="478"/>
          <ac:picMkLst>
            <pc:docMk/>
            <pc:sldMk cId="2527700252" sldId="415"/>
            <ac:picMk id="4" creationId="{65AB209A-492E-59C0-8097-43C5923A43E9}"/>
          </ac:picMkLst>
        </pc:picChg>
        <pc:picChg chg="add mod modCrop">
          <ac:chgData name="Char Wang" userId="6b6e7535c948cbb7" providerId="LiveId" clId="{4F6F1AB7-7A30-40D3-8E50-471BF3364091}" dt="2023-12-02T23:31:46.311" v="3287" actId="1076"/>
          <ac:picMkLst>
            <pc:docMk/>
            <pc:sldMk cId="2527700252" sldId="415"/>
            <ac:picMk id="5" creationId="{2D82E699-907C-3630-9F6D-B3B5B7E3F08E}"/>
          </ac:picMkLst>
        </pc:picChg>
        <pc:picChg chg="add mod">
          <ac:chgData name="Char Wang" userId="6b6e7535c948cbb7" providerId="LiveId" clId="{4F6F1AB7-7A30-40D3-8E50-471BF3364091}" dt="2023-12-02T23:32:19.361" v="3292" actId="208"/>
          <ac:picMkLst>
            <pc:docMk/>
            <pc:sldMk cId="2527700252" sldId="415"/>
            <ac:picMk id="7" creationId="{EA8181C9-C092-97CF-5DA2-B0AC11BFD0F3}"/>
          </ac:picMkLst>
        </pc:picChg>
        <pc:picChg chg="del">
          <ac:chgData name="Char Wang" userId="6b6e7535c948cbb7" providerId="LiveId" clId="{4F6F1AB7-7A30-40D3-8E50-471BF3364091}" dt="2023-12-02T23:31:20.088" v="3280" actId="478"/>
          <ac:picMkLst>
            <pc:docMk/>
            <pc:sldMk cId="2527700252" sldId="415"/>
            <ac:picMk id="14" creationId="{110DD0C2-1380-F67C-A2C2-7B8CDBE0B305}"/>
          </ac:picMkLst>
        </pc:picChg>
      </pc:sldChg>
      <pc:sldChg chg="new del">
        <pc:chgData name="Char Wang" userId="6b6e7535c948cbb7" providerId="LiveId" clId="{4F6F1AB7-7A30-40D3-8E50-471BF3364091}" dt="2023-12-02T23:37:15.326" v="3305" actId="2696"/>
        <pc:sldMkLst>
          <pc:docMk/>
          <pc:sldMk cId="1443403928" sldId="416"/>
        </pc:sldMkLst>
      </pc:sldChg>
      <pc:sldChg chg="addSp modSp new mod">
        <pc:chgData name="Char Wang" userId="6b6e7535c948cbb7" providerId="LiveId" clId="{4F6F1AB7-7A30-40D3-8E50-471BF3364091}" dt="2023-12-03T12:52:04.838" v="4060" actId="1036"/>
        <pc:sldMkLst>
          <pc:docMk/>
          <pc:sldMk cId="2786733384" sldId="416"/>
        </pc:sldMkLst>
        <pc:spChg chg="mod">
          <ac:chgData name="Char Wang" userId="6b6e7535c948cbb7" providerId="LiveId" clId="{4F6F1AB7-7A30-40D3-8E50-471BF3364091}" dt="2023-12-02T23:37:37.890" v="3312" actId="20577"/>
          <ac:spMkLst>
            <pc:docMk/>
            <pc:sldMk cId="2786733384" sldId="416"/>
            <ac:spMk id="2" creationId="{3079E0E8-6CB9-0FEA-8A15-E70E581CFB57}"/>
          </ac:spMkLst>
        </pc:spChg>
        <pc:spChg chg="add mod">
          <ac:chgData name="Char Wang" userId="6b6e7535c948cbb7" providerId="LiveId" clId="{4F6F1AB7-7A30-40D3-8E50-471BF3364091}" dt="2023-12-02T23:40:04.204" v="3367" actId="20577"/>
          <ac:spMkLst>
            <pc:docMk/>
            <pc:sldMk cId="2786733384" sldId="416"/>
            <ac:spMk id="3" creationId="{F7563773-BC6C-BF4F-88C9-70018DEED2C1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4" creationId="{DEF54904-656A-E049-2D84-AD14DEB4DCEB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5" creationId="{C6087F46-B19C-2A3E-5E8B-2860E2A96E1E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6" creationId="{2D6AD8B0-5B82-278C-AB09-E2A65C1DF198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7" creationId="{4B3C41F6-A8A0-F55F-04C6-95E7B3FBDE3A}"/>
          </ac:spMkLst>
        </pc:spChg>
        <pc:spChg chg="add mod">
          <ac:chgData name="Char Wang" userId="6b6e7535c948cbb7" providerId="LiveId" clId="{4F6F1AB7-7A30-40D3-8E50-471BF3364091}" dt="2023-12-03T12:52:04.838" v="4060" actId="1036"/>
          <ac:spMkLst>
            <pc:docMk/>
            <pc:sldMk cId="2786733384" sldId="416"/>
            <ac:spMk id="8" creationId="{83E031EF-07EF-DC96-06FE-4D050732E292}"/>
          </ac:spMkLst>
        </pc:spChg>
        <pc:spChg chg="add mod">
          <ac:chgData name="Char Wang" userId="6b6e7535c948cbb7" providerId="LiveId" clId="{4F6F1AB7-7A30-40D3-8E50-471BF3364091}" dt="2023-12-03T12:52:04.838" v="4060" actId="1036"/>
          <ac:spMkLst>
            <pc:docMk/>
            <pc:sldMk cId="2786733384" sldId="416"/>
            <ac:spMk id="9" creationId="{5DA711A7-3A46-CBEE-66F4-6817BCE67173}"/>
          </ac:spMkLst>
        </pc:spChg>
        <pc:spChg chg="add mod">
          <ac:chgData name="Char Wang" userId="6b6e7535c948cbb7" providerId="LiveId" clId="{4F6F1AB7-7A30-40D3-8E50-471BF3364091}" dt="2023-12-03T12:52:04.838" v="4060" actId="1036"/>
          <ac:spMkLst>
            <pc:docMk/>
            <pc:sldMk cId="2786733384" sldId="416"/>
            <ac:spMk id="10" creationId="{08A97AB2-C5A1-899F-E800-8085CABAD84E}"/>
          </ac:spMkLst>
        </pc:spChg>
        <pc:spChg chg="add mod">
          <ac:chgData name="Char Wang" userId="6b6e7535c948cbb7" providerId="LiveId" clId="{4F6F1AB7-7A30-40D3-8E50-471BF3364091}" dt="2023-12-02T23:52:11.530" v="3599" actId="313"/>
          <ac:spMkLst>
            <pc:docMk/>
            <pc:sldMk cId="2786733384" sldId="416"/>
            <ac:spMk id="11" creationId="{58ACD0D3-CBE5-D5F1-74AE-03C1F6A4F48F}"/>
          </ac:spMkLst>
        </pc:spChg>
        <pc:spChg chg="add mod">
          <ac:chgData name="Char Wang" userId="6b6e7535c948cbb7" providerId="LiveId" clId="{4F6F1AB7-7A30-40D3-8E50-471BF3364091}" dt="2023-12-02T23:51:36.606" v="3569" actId="20577"/>
          <ac:spMkLst>
            <pc:docMk/>
            <pc:sldMk cId="2786733384" sldId="416"/>
            <ac:spMk id="12" creationId="{893FEFE0-4C1C-9930-ACC9-6D146CD3E08C}"/>
          </ac:spMkLst>
        </pc:spChg>
        <pc:spChg chg="add mod">
          <ac:chgData name="Char Wang" userId="6b6e7535c948cbb7" providerId="LiveId" clId="{4F6F1AB7-7A30-40D3-8E50-471BF3364091}" dt="2023-12-02T23:52:06.136" v="3598" actId="313"/>
          <ac:spMkLst>
            <pc:docMk/>
            <pc:sldMk cId="2786733384" sldId="416"/>
            <ac:spMk id="13" creationId="{1304262D-2AB2-FA2D-B071-A996B43B93F9}"/>
          </ac:spMkLst>
        </pc:spChg>
        <pc:spChg chg="add mod">
          <ac:chgData name="Char Wang" userId="6b6e7535c948cbb7" providerId="LiveId" clId="{4F6F1AB7-7A30-40D3-8E50-471BF3364091}" dt="2023-12-02T23:53:24.077" v="3627" actId="20577"/>
          <ac:spMkLst>
            <pc:docMk/>
            <pc:sldMk cId="2786733384" sldId="416"/>
            <ac:spMk id="14" creationId="{B19E6A23-13CF-6F8A-3931-18CB01AF1973}"/>
          </ac:spMkLst>
        </pc:spChg>
      </pc:sldChg>
      <pc:sldChg chg="modSp new mod">
        <pc:chgData name="Char Wang" userId="6b6e7535c948cbb7" providerId="LiveId" clId="{4F6F1AB7-7A30-40D3-8E50-471BF3364091}" dt="2023-12-03T12:37:18.431" v="3645" actId="20577"/>
        <pc:sldMkLst>
          <pc:docMk/>
          <pc:sldMk cId="2411414825" sldId="417"/>
        </pc:sldMkLst>
        <pc:spChg chg="mod">
          <ac:chgData name="Char Wang" userId="6b6e7535c948cbb7" providerId="LiveId" clId="{4F6F1AB7-7A30-40D3-8E50-471BF3364091}" dt="2023-12-03T12:37:18.431" v="3645" actId="20577"/>
          <ac:spMkLst>
            <pc:docMk/>
            <pc:sldMk cId="2411414825" sldId="417"/>
            <ac:spMk id="2" creationId="{E0E6A2B1-36F6-876E-E8B5-2CE0524396A7}"/>
          </ac:spMkLst>
        </pc:spChg>
      </pc:sldChg>
      <pc:sldChg chg="addSp delSp modSp new mod">
        <pc:chgData name="Char Wang" userId="6b6e7535c948cbb7" providerId="LiveId" clId="{4F6F1AB7-7A30-40D3-8E50-471BF3364091}" dt="2023-12-03T12:38:26.034" v="3658" actId="1076"/>
        <pc:sldMkLst>
          <pc:docMk/>
          <pc:sldMk cId="1035239849" sldId="418"/>
        </pc:sldMkLst>
        <pc:spChg chg="mod">
          <ac:chgData name="Char Wang" userId="6b6e7535c948cbb7" providerId="LiveId" clId="{4F6F1AB7-7A30-40D3-8E50-471BF3364091}" dt="2023-12-03T12:37:59.128" v="3653" actId="20577"/>
          <ac:spMkLst>
            <pc:docMk/>
            <pc:sldMk cId="1035239849" sldId="418"/>
            <ac:spMk id="2" creationId="{8A2653BA-3508-32B4-6E32-5853343AE777}"/>
          </ac:spMkLst>
        </pc:spChg>
        <pc:spChg chg="del">
          <ac:chgData name="Char Wang" userId="6b6e7535c948cbb7" providerId="LiveId" clId="{4F6F1AB7-7A30-40D3-8E50-471BF3364091}" dt="2023-12-03T12:37:54.743" v="3647" actId="478"/>
          <ac:spMkLst>
            <pc:docMk/>
            <pc:sldMk cId="1035239849" sldId="418"/>
            <ac:spMk id="3" creationId="{BE2E5062-C83C-457D-96B4-9834677DDC9D}"/>
          </ac:spMkLst>
        </pc:spChg>
        <pc:picChg chg="add mod">
          <ac:chgData name="Char Wang" userId="6b6e7535c948cbb7" providerId="LiveId" clId="{4F6F1AB7-7A30-40D3-8E50-471BF3364091}" dt="2023-12-03T12:38:26.034" v="3658" actId="1076"/>
          <ac:picMkLst>
            <pc:docMk/>
            <pc:sldMk cId="1035239849" sldId="418"/>
            <ac:picMk id="4" creationId="{95C3B961-4321-189F-4171-A1869458E937}"/>
          </ac:picMkLst>
        </pc:picChg>
      </pc:sldChg>
      <pc:sldChg chg="delSp modSp new mod">
        <pc:chgData name="Char Wang" userId="6b6e7535c948cbb7" providerId="LiveId" clId="{4F6F1AB7-7A30-40D3-8E50-471BF3364091}" dt="2023-12-03T12:51:34.733" v="4043" actId="20577"/>
        <pc:sldMkLst>
          <pc:docMk/>
          <pc:sldMk cId="2692024580" sldId="419"/>
        </pc:sldMkLst>
        <pc:spChg chg="mod">
          <ac:chgData name="Char Wang" userId="6b6e7535c948cbb7" providerId="LiveId" clId="{4F6F1AB7-7A30-40D3-8E50-471BF3364091}" dt="2023-12-03T12:51:34.733" v="4043" actId="20577"/>
          <ac:spMkLst>
            <pc:docMk/>
            <pc:sldMk cId="2692024580" sldId="419"/>
            <ac:spMk id="2" creationId="{CCED4190-DF7C-214B-3E38-1DB2503B1C8D}"/>
          </ac:spMkLst>
        </pc:spChg>
        <pc:spChg chg="del">
          <ac:chgData name="Char Wang" userId="6b6e7535c948cbb7" providerId="LiveId" clId="{4F6F1AB7-7A30-40D3-8E50-471BF3364091}" dt="2023-12-03T12:49:36.638" v="4030" actId="478"/>
          <ac:spMkLst>
            <pc:docMk/>
            <pc:sldMk cId="2692024580" sldId="419"/>
            <ac:spMk id="3" creationId="{460B2BDD-6B35-1E81-0F6D-301C5CCA2D75}"/>
          </ac:spMkLst>
        </pc:spChg>
      </pc:sldChg>
      <pc:sldChg chg="delSp modSp new mod">
        <pc:chgData name="Char Wang" userId="6b6e7535c948cbb7" providerId="LiveId" clId="{4F6F1AB7-7A30-40D3-8E50-471BF3364091}" dt="2023-12-03T12:56:26.766" v="4299" actId="20577"/>
        <pc:sldMkLst>
          <pc:docMk/>
          <pc:sldMk cId="2520126997" sldId="420"/>
        </pc:sldMkLst>
        <pc:spChg chg="mod">
          <ac:chgData name="Char Wang" userId="6b6e7535c948cbb7" providerId="LiveId" clId="{4F6F1AB7-7A30-40D3-8E50-471BF3364091}" dt="2023-12-03T12:56:26.766" v="4299" actId="20577"/>
          <ac:spMkLst>
            <pc:docMk/>
            <pc:sldMk cId="2520126997" sldId="420"/>
            <ac:spMk id="2" creationId="{B14AD2BD-6883-39FB-7815-EC02CF1A62A3}"/>
          </ac:spMkLst>
        </pc:spChg>
        <pc:spChg chg="del">
          <ac:chgData name="Char Wang" userId="6b6e7535c948cbb7" providerId="LiveId" clId="{4F6F1AB7-7A30-40D3-8E50-471BF3364091}" dt="2023-12-03T12:56:10.831" v="4286" actId="478"/>
          <ac:spMkLst>
            <pc:docMk/>
            <pc:sldMk cId="2520126997" sldId="420"/>
            <ac:spMk id="3" creationId="{D9311434-7462-6255-5175-67D69E7E333F}"/>
          </ac:spMkLst>
        </pc:spChg>
      </pc:sldChg>
      <pc:sldChg chg="addSp delSp modSp add mod">
        <pc:chgData name="Char Wang" userId="6b6e7535c948cbb7" providerId="LiveId" clId="{4F6F1AB7-7A30-40D3-8E50-471BF3364091}" dt="2023-12-03T13:04:57.417" v="4449" actId="1076"/>
        <pc:sldMkLst>
          <pc:docMk/>
          <pc:sldMk cId="2118438436" sldId="421"/>
        </pc:sldMkLst>
        <pc:spChg chg="mod">
          <ac:chgData name="Char Wang" userId="6b6e7535c948cbb7" providerId="LiveId" clId="{4F6F1AB7-7A30-40D3-8E50-471BF3364091}" dt="2023-12-03T13:04:30.029" v="4443" actId="20577"/>
          <ac:spMkLst>
            <pc:docMk/>
            <pc:sldMk cId="2118438436" sldId="421"/>
            <ac:spMk id="3" creationId="{00000000-0000-0000-0000-000000000000}"/>
          </ac:spMkLst>
        </pc:spChg>
        <pc:spChg chg="del mod">
          <ac:chgData name="Char Wang" userId="6b6e7535c948cbb7" providerId="LiveId" clId="{4F6F1AB7-7A30-40D3-8E50-471BF3364091}" dt="2023-12-03T13:04:40.303" v="4444" actId="478"/>
          <ac:spMkLst>
            <pc:docMk/>
            <pc:sldMk cId="2118438436" sldId="421"/>
            <ac:spMk id="6" creationId="{6203DBEC-C500-36F3-770C-52CF9047873E}"/>
          </ac:spMkLst>
        </pc:spChg>
        <pc:spChg chg="mod">
          <ac:chgData name="Char Wang" userId="6b6e7535c948cbb7" providerId="LiveId" clId="{4F6F1AB7-7A30-40D3-8E50-471BF3364091}" dt="2023-12-03T13:04:55.113" v="4448" actId="1076"/>
          <ac:spMkLst>
            <pc:docMk/>
            <pc:sldMk cId="2118438436" sldId="421"/>
            <ac:spMk id="7" creationId="{2CE60E39-5F76-4E54-4DD5-0869A99F3C69}"/>
          </ac:spMkLst>
        </pc:spChg>
        <pc:spChg chg="add del mod">
          <ac:chgData name="Char Wang" userId="6b6e7535c948cbb7" providerId="LiveId" clId="{4F6F1AB7-7A30-40D3-8E50-471BF3364091}" dt="2023-12-03T13:04:57.417" v="4449" actId="1076"/>
          <ac:spMkLst>
            <pc:docMk/>
            <pc:sldMk cId="2118438436" sldId="421"/>
            <ac:spMk id="8" creationId="{B2FE85C0-0833-8694-5AD6-381F2F2033A6}"/>
          </ac:spMkLst>
        </pc:spChg>
      </pc:sldChg>
      <pc:sldChg chg="addSp delSp modSp add mod">
        <pc:chgData name="Char Wang" userId="6b6e7535c948cbb7" providerId="LiveId" clId="{4F6F1AB7-7A30-40D3-8E50-471BF3364091}" dt="2023-12-09T22:34:38.483" v="4768" actId="20577"/>
        <pc:sldMkLst>
          <pc:docMk/>
          <pc:sldMk cId="1076561003" sldId="428"/>
        </pc:sldMkLst>
        <pc:spChg chg="add mod">
          <ac:chgData name="Char Wang" userId="6b6e7535c948cbb7" providerId="LiveId" clId="{4F6F1AB7-7A30-40D3-8E50-471BF3364091}" dt="2023-12-09T22:34:22.652" v="4743" actId="20577"/>
          <ac:spMkLst>
            <pc:docMk/>
            <pc:sldMk cId="1076561003" sldId="428"/>
            <ac:spMk id="2" creationId="{0FB06397-D044-3B9D-15E4-274EFFAB43B0}"/>
          </ac:spMkLst>
        </pc:spChg>
        <pc:spChg chg="mod">
          <ac:chgData name="Char Wang" userId="6b6e7535c948cbb7" providerId="LiveId" clId="{4F6F1AB7-7A30-40D3-8E50-471BF3364091}" dt="2023-12-09T22:30:57.016" v="4640"/>
          <ac:spMkLst>
            <pc:docMk/>
            <pc:sldMk cId="1076561003" sldId="428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9T22:34:38.483" v="4768" actId="20577"/>
          <ac:spMkLst>
            <pc:docMk/>
            <pc:sldMk cId="1076561003" sldId="428"/>
            <ac:spMk id="4" creationId="{354B45E0-6AD0-5B05-A918-726B33D39FE3}"/>
          </ac:spMkLst>
        </pc:spChg>
        <pc:spChg chg="del">
          <ac:chgData name="Char Wang" userId="6b6e7535c948cbb7" providerId="LiveId" clId="{4F6F1AB7-7A30-40D3-8E50-471BF3364091}" dt="2023-12-09T22:23:09.807" v="4451" actId="478"/>
          <ac:spMkLst>
            <pc:docMk/>
            <pc:sldMk cId="1076561003" sldId="428"/>
            <ac:spMk id="9" creationId="{2CD9AFDE-399D-45B6-5158-959DF1567467}"/>
          </ac:spMkLst>
        </pc:spChg>
        <pc:spChg chg="del">
          <ac:chgData name="Char Wang" userId="6b6e7535c948cbb7" providerId="LiveId" clId="{4F6F1AB7-7A30-40D3-8E50-471BF3364091}" dt="2023-12-09T22:23:09.807" v="4451" actId="478"/>
          <ac:spMkLst>
            <pc:docMk/>
            <pc:sldMk cId="1076561003" sldId="428"/>
            <ac:spMk id="16" creationId="{5B7D8630-995B-58FD-0459-E23FD6AB0E86}"/>
          </ac:spMkLst>
        </pc:spChg>
        <pc:spChg chg="del">
          <ac:chgData name="Char Wang" userId="6b6e7535c948cbb7" providerId="LiveId" clId="{4F6F1AB7-7A30-40D3-8E50-471BF3364091}" dt="2023-12-09T22:23:09.807" v="4451" actId="478"/>
          <ac:spMkLst>
            <pc:docMk/>
            <pc:sldMk cId="1076561003" sldId="428"/>
            <ac:spMk id="20" creationId="{B70B1A39-E7D1-9583-A750-22C7044FE995}"/>
          </ac:spMkLst>
        </pc:spChg>
        <pc:spChg chg="del">
          <ac:chgData name="Char Wang" userId="6b6e7535c948cbb7" providerId="LiveId" clId="{4F6F1AB7-7A30-40D3-8E50-471BF3364091}" dt="2023-12-09T22:23:09.807" v="4451" actId="478"/>
          <ac:spMkLst>
            <pc:docMk/>
            <pc:sldMk cId="1076561003" sldId="428"/>
            <ac:spMk id="21" creationId="{211DE101-64EF-9349-9FB1-40BCA643E378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22" creationId="{4327E147-7969-B2B1-0B73-A373267108F5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24" creationId="{2840DAAC-F4A5-D78F-9916-C38156ED5B71}"/>
          </ac:spMkLst>
        </pc:spChg>
        <pc:spChg chg="mod">
          <ac:chgData name="Char Wang" userId="6b6e7535c948cbb7" providerId="LiveId" clId="{4F6F1AB7-7A30-40D3-8E50-471BF3364091}" dt="2023-12-09T22:31:23.965" v="4650" actId="207"/>
          <ac:spMkLst>
            <pc:docMk/>
            <pc:sldMk cId="1076561003" sldId="428"/>
            <ac:spMk id="26" creationId="{683970B5-03BD-07B4-02E0-419A9ECE9649}"/>
          </ac:spMkLst>
        </pc:spChg>
        <pc:spChg chg="mod">
          <ac:chgData name="Char Wang" userId="6b6e7535c948cbb7" providerId="LiveId" clId="{4F6F1AB7-7A30-40D3-8E50-471BF3364091}" dt="2023-12-09T22:31:26.758" v="4651" actId="207"/>
          <ac:spMkLst>
            <pc:docMk/>
            <pc:sldMk cId="1076561003" sldId="428"/>
            <ac:spMk id="27" creationId="{5C6A201B-56CA-DE7C-E0B6-80F792344DC8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30" creationId="{9600F252-B60B-C04B-5BAE-E9A40C82CEDA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35" creationId="{9940280A-883A-4BAF-7445-0FA5101CF18A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37" creationId="{4C1206E1-1F11-4356-F70A-4D086B390FEE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39" creationId="{67337CE4-7529-7A51-2E48-C603F13B5439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41" creationId="{1082ACE0-9B10-2D1A-6B1D-4D9C7AF8F7B9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47" creationId="{AD4ED45B-3B16-E87B-F03D-0911517852C5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49" creationId="{05B22F45-71A8-3F78-33E9-593C047F655A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51" creationId="{A3352245-EBC2-1FB7-95A1-4E8988D03F66}"/>
          </ac:spMkLst>
        </pc:spChg>
        <pc:spChg chg="del">
          <ac:chgData name="Char Wang" userId="6b6e7535c948cbb7" providerId="LiveId" clId="{4F6F1AB7-7A30-40D3-8E50-471BF3364091}" dt="2023-12-09T22:23:12.786" v="4452" actId="478"/>
          <ac:spMkLst>
            <pc:docMk/>
            <pc:sldMk cId="1076561003" sldId="428"/>
            <ac:spMk id="53" creationId="{E2D61DD6-122B-3577-6731-D21303D2C461}"/>
          </ac:spMkLst>
        </pc:spChg>
        <pc:picChg chg="del">
          <ac:chgData name="Char Wang" userId="6b6e7535c948cbb7" providerId="LiveId" clId="{4F6F1AB7-7A30-40D3-8E50-471BF3364091}" dt="2023-12-09T22:23:09.807" v="4451" actId="478"/>
          <ac:picMkLst>
            <pc:docMk/>
            <pc:sldMk cId="1076561003" sldId="428"/>
            <ac:picMk id="5" creationId="{B36DB016-FC89-C615-14AD-C52115B6B09D}"/>
          </ac:picMkLst>
        </pc:picChg>
        <pc:picChg chg="del">
          <ac:chgData name="Char Wang" userId="6b6e7535c948cbb7" providerId="LiveId" clId="{4F6F1AB7-7A30-40D3-8E50-471BF3364091}" dt="2023-12-09T22:23:09.807" v="4451" actId="478"/>
          <ac:picMkLst>
            <pc:docMk/>
            <pc:sldMk cId="1076561003" sldId="428"/>
            <ac:picMk id="8" creationId="{727340F0-5828-23A4-3F76-F7523A4F5ED3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14" creationId="{6382D4AD-8876-66D1-769E-67DC59F6415F}"/>
          </ac:picMkLst>
        </pc:picChg>
        <pc:picChg chg="mod">
          <ac:chgData name="Char Wang" userId="6b6e7535c948cbb7" providerId="LiveId" clId="{4F6F1AB7-7A30-40D3-8E50-471BF3364091}" dt="2023-12-09T22:25:30.662" v="4492" actId="1076"/>
          <ac:picMkLst>
            <pc:docMk/>
            <pc:sldMk cId="1076561003" sldId="428"/>
            <ac:picMk id="23" creationId="{4F871767-DBAC-EAF0-41D7-54F9975E0C73}"/>
          </ac:picMkLst>
        </pc:picChg>
        <pc:picChg chg="mod">
          <ac:chgData name="Char Wang" userId="6b6e7535c948cbb7" providerId="LiveId" clId="{4F6F1AB7-7A30-40D3-8E50-471BF3364091}" dt="2023-12-09T22:25:18.654" v="4490" actId="1076"/>
          <ac:picMkLst>
            <pc:docMk/>
            <pc:sldMk cId="1076561003" sldId="428"/>
            <ac:picMk id="25" creationId="{63E48818-D662-D5AA-33B1-51B2E7440194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28" creationId="{16B1BAB5-5799-A493-3FD1-0FDB3EA04073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29" creationId="{98D88B0B-F451-3CBA-A0AF-C697349ED0E6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34" creationId="{D8260D8A-3F40-28EC-23E4-7D583E207E4A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36" creationId="{8100ECC1-D760-D25A-48D1-8A53989D3C4C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38" creationId="{4B1529C5-14A9-DE66-7112-CCDD496CFA26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40" creationId="{9F45C65B-255E-F76E-F056-425B4BC04147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46" creationId="{EB02ADFA-9AF0-777F-6AF3-F9B23F1B698A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48" creationId="{ECA9DBAB-78FC-F9AB-6F4B-295695F5C80A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50" creationId="{154849BC-8847-5A35-5452-1CD666EF7EBE}"/>
          </ac:picMkLst>
        </pc:picChg>
        <pc:picChg chg="del">
          <ac:chgData name="Char Wang" userId="6b6e7535c948cbb7" providerId="LiveId" clId="{4F6F1AB7-7A30-40D3-8E50-471BF3364091}" dt="2023-12-09T22:23:12.786" v="4452" actId="478"/>
          <ac:picMkLst>
            <pc:docMk/>
            <pc:sldMk cId="1076561003" sldId="428"/>
            <ac:picMk id="52" creationId="{92B68EB4-74CC-5304-74F4-6B0BA8A8A18D}"/>
          </ac:picMkLst>
        </pc:pic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31" creationId="{7C29CE24-95F4-DD21-44F8-C11DC00EBABC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32" creationId="{984428E6-1C14-06C8-A171-42C2978A6A49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42" creationId="{5C4549B1-C9EF-25D1-4E25-C1830AADAE5D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43" creationId="{71834E63-8EA7-2E1A-2B28-62567EB40B89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44" creationId="{01D4CC9D-3E98-1D18-196B-34CB7425F1E2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45" creationId="{01D0CED6-42BE-F9BC-0C37-1EA5F69398C0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54" creationId="{D51EF020-CEF5-E218-E836-85C758A8339C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55" creationId="{E174F6AB-56E8-C239-1540-999C43EE7AA2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56" creationId="{55F9A531-CA49-C39A-996A-13482CB217B4}"/>
          </ac:cxnSpMkLst>
        </pc:cxnChg>
        <pc:cxnChg chg="del mod">
          <ac:chgData name="Char Wang" userId="6b6e7535c948cbb7" providerId="LiveId" clId="{4F6F1AB7-7A30-40D3-8E50-471BF3364091}" dt="2023-12-09T22:23:12.786" v="4452" actId="478"/>
          <ac:cxnSpMkLst>
            <pc:docMk/>
            <pc:sldMk cId="1076561003" sldId="428"/>
            <ac:cxnSpMk id="57" creationId="{D29C4D33-20BC-B744-478E-583AD499484D}"/>
          </ac:cxnSpMkLst>
        </pc:cxnChg>
      </pc:sldChg>
    </pc:docChg>
  </pc:docChgLst>
  <pc:docChgLst>
    <pc:chgData name="Char Wang" userId="6b6e7535c948cbb7" providerId="LiveId" clId="{700B41EF-F84C-44C0-A7BF-1C07B221AB11}"/>
    <pc:docChg chg="undo custSel addSld delSld modSld sldOrd">
      <pc:chgData name="Char Wang" userId="6b6e7535c948cbb7" providerId="LiveId" clId="{700B41EF-F84C-44C0-A7BF-1C07B221AB11}" dt="2023-12-08T06:52:07.295" v="3753" actId="20577"/>
      <pc:docMkLst>
        <pc:docMk/>
      </pc:docMkLst>
      <pc:sldChg chg="modSp mod">
        <pc:chgData name="Char Wang" userId="6b6e7535c948cbb7" providerId="LiveId" clId="{700B41EF-F84C-44C0-A7BF-1C07B221AB11}" dt="2023-12-04T07:41:36.610" v="2553" actId="20577"/>
        <pc:sldMkLst>
          <pc:docMk/>
          <pc:sldMk cId="3173827484" sldId="367"/>
        </pc:sldMkLst>
        <pc:spChg chg="mod">
          <ac:chgData name="Char Wang" userId="6b6e7535c948cbb7" providerId="LiveId" clId="{700B41EF-F84C-44C0-A7BF-1C07B221AB11}" dt="2023-12-04T07:41:36.610" v="2553" actId="20577"/>
          <ac:spMkLst>
            <pc:docMk/>
            <pc:sldMk cId="3173827484" sldId="367"/>
            <ac:spMk id="2" creationId="{00000000-0000-0000-0000-000000000000}"/>
          </ac:spMkLst>
        </pc:spChg>
      </pc:sldChg>
      <pc:sldChg chg="modSp mod">
        <pc:chgData name="Char Wang" userId="6b6e7535c948cbb7" providerId="LiveId" clId="{700B41EF-F84C-44C0-A7BF-1C07B221AB11}" dt="2023-12-06T01:56:57.289" v="2878" actId="14100"/>
        <pc:sldMkLst>
          <pc:docMk/>
          <pc:sldMk cId="3304866184" sldId="390"/>
        </pc:sldMkLst>
        <pc:spChg chg="mod">
          <ac:chgData name="Char Wang" userId="6b6e7535c948cbb7" providerId="LiveId" clId="{700B41EF-F84C-44C0-A7BF-1C07B221AB11}" dt="2023-12-06T01:56:57.289" v="2878" actId="14100"/>
          <ac:spMkLst>
            <pc:docMk/>
            <pc:sldMk cId="3304866184" sldId="390"/>
            <ac:spMk id="7" creationId="{7CDBC70B-6AB0-D923-BC31-9C72D2C29EC7}"/>
          </ac:spMkLst>
        </pc:spChg>
      </pc:sldChg>
      <pc:sldChg chg="addSp modSp mod">
        <pc:chgData name="Char Wang" userId="6b6e7535c948cbb7" providerId="LiveId" clId="{700B41EF-F84C-44C0-A7BF-1C07B221AB11}" dt="2023-12-04T02:25:29.230" v="58" actId="1076"/>
        <pc:sldMkLst>
          <pc:docMk/>
          <pc:sldMk cId="1290283595" sldId="395"/>
        </pc:sldMkLst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7" creationId="{AEBB4F48-106D-3B15-3316-9CD7F7F879D9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8" creationId="{329A11DA-B646-4A0D-9F5A-056F0F72594C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9" creationId="{7AE1A68D-9243-D8DC-7268-12869CAD76F5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0" creationId="{1D6FFE4D-439F-2B3F-8C75-8D8A6E1D1F23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1" creationId="{62306261-E3CA-86E4-345D-67296123F072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2" creationId="{13ED2278-744E-0CA2-DA84-29564E42E2F7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3" creationId="{6324FA92-0A20-8729-3980-D8075BD118C7}"/>
          </ac:spMkLst>
        </pc:spChg>
        <pc:spChg chg="add mod">
          <ac:chgData name="Char Wang" userId="6b6e7535c948cbb7" providerId="LiveId" clId="{700B41EF-F84C-44C0-A7BF-1C07B221AB11}" dt="2023-12-04T02:25:21.806" v="56" actId="14100"/>
          <ac:spMkLst>
            <pc:docMk/>
            <pc:sldMk cId="1290283595" sldId="395"/>
            <ac:spMk id="16" creationId="{F4D05526-DBBB-BA30-89DF-B42432DA3310}"/>
          </ac:spMkLst>
        </pc:spChg>
        <pc:spChg chg="add mod">
          <ac:chgData name="Char Wang" userId="6b6e7535c948cbb7" providerId="LiveId" clId="{700B41EF-F84C-44C0-A7BF-1C07B221AB11}" dt="2023-12-04T02:25:29.230" v="58" actId="1076"/>
          <ac:spMkLst>
            <pc:docMk/>
            <pc:sldMk cId="1290283595" sldId="395"/>
            <ac:spMk id="17" creationId="{2AB2A676-DA38-6295-2F3C-1C73BB487E94}"/>
          </ac:spMkLst>
        </pc:spChg>
        <pc:picChg chg="add mod">
          <ac:chgData name="Char Wang" userId="6b6e7535c948cbb7" providerId="LiveId" clId="{700B41EF-F84C-44C0-A7BF-1C07B221AB11}" dt="2023-12-04T02:24:08.191" v="42" actId="1076"/>
          <ac:picMkLst>
            <pc:docMk/>
            <pc:sldMk cId="1290283595" sldId="395"/>
            <ac:picMk id="4" creationId="{DD489367-B3A9-86FD-0FF9-83AB4FE6FA1E}"/>
          </ac:picMkLst>
        </pc:picChg>
        <pc:picChg chg="add mod">
          <ac:chgData name="Char Wang" userId="6b6e7535c948cbb7" providerId="LiveId" clId="{700B41EF-F84C-44C0-A7BF-1C07B221AB11}" dt="2023-12-04T02:24:10.823" v="43" actId="14100"/>
          <ac:picMkLst>
            <pc:docMk/>
            <pc:sldMk cId="1290283595" sldId="395"/>
            <ac:picMk id="6" creationId="{809D9F56-8F2D-D02D-B593-7E2703209B42}"/>
          </ac:picMkLst>
        </pc:picChg>
        <pc:picChg chg="add mod">
          <ac:chgData name="Char Wang" userId="6b6e7535c948cbb7" providerId="LiveId" clId="{700B41EF-F84C-44C0-A7BF-1C07B221AB11}" dt="2023-12-04T02:25:17.697" v="55" actId="208"/>
          <ac:picMkLst>
            <pc:docMk/>
            <pc:sldMk cId="1290283595" sldId="395"/>
            <ac:picMk id="15" creationId="{80CE5732-3CE3-A324-8697-F1DEA658D14D}"/>
          </ac:picMkLst>
        </pc:picChg>
      </pc:sldChg>
      <pc:sldChg chg="addSp delSp modSp mod">
        <pc:chgData name="Char Wang" userId="6b6e7535c948cbb7" providerId="LiveId" clId="{700B41EF-F84C-44C0-A7BF-1C07B221AB11}" dt="2023-12-04T06:51:51.428" v="1692" actId="113"/>
        <pc:sldMkLst>
          <pc:docMk/>
          <pc:sldMk cId="3920458543" sldId="396"/>
        </pc:sldMkLst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5" creationId="{CF6E039A-CD03-BCDA-3B1C-C1EDF5BA50F7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7" creationId="{F5132A07-8580-1AEB-E7BA-85D6E064C6AD}"/>
          </ac:spMkLst>
        </pc:spChg>
        <pc:spChg chg="add del mod">
          <ac:chgData name="Char Wang" userId="6b6e7535c948cbb7" providerId="LiveId" clId="{700B41EF-F84C-44C0-A7BF-1C07B221AB11}" dt="2023-12-04T02:26:49.724" v="73" actId="478"/>
          <ac:spMkLst>
            <pc:docMk/>
            <pc:sldMk cId="3920458543" sldId="396"/>
            <ac:spMk id="8" creationId="{42AF7B64-4AB0-C942-B59A-8AA37B466DBE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9" creationId="{5E47851D-4442-6CE6-71D9-5D15197304FB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13" creationId="{4B0F1C9E-C891-1FA0-AE53-4BF06CA7EAAE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19" creationId="{AC41E2C4-22E8-89E1-0EDC-F5114B5256EF}"/>
          </ac:spMkLst>
        </pc:spChg>
        <pc:spChg chg="add del mod">
          <ac:chgData name="Char Wang" userId="6b6e7535c948cbb7" providerId="LiveId" clId="{700B41EF-F84C-44C0-A7BF-1C07B221AB11}" dt="2023-12-04T06:50:41.195" v="1584" actId="478"/>
          <ac:spMkLst>
            <pc:docMk/>
            <pc:sldMk cId="3920458543" sldId="396"/>
            <ac:spMk id="20" creationId="{A672B375-8EF8-4640-FD9C-0AB98B930520}"/>
          </ac:spMkLst>
        </pc:spChg>
        <pc:spChg chg="add mod">
          <ac:chgData name="Char Wang" userId="6b6e7535c948cbb7" providerId="LiveId" clId="{700B41EF-F84C-44C0-A7BF-1C07B221AB11}" dt="2023-12-04T06:51:16.482" v="1626" actId="20577"/>
          <ac:spMkLst>
            <pc:docMk/>
            <pc:sldMk cId="3920458543" sldId="396"/>
            <ac:spMk id="22" creationId="{A6E297EA-3FB1-860D-C4FE-C877DAA61749}"/>
          </ac:spMkLst>
        </pc:spChg>
        <pc:spChg chg="add mod">
          <ac:chgData name="Char Wang" userId="6b6e7535c948cbb7" providerId="LiveId" clId="{700B41EF-F84C-44C0-A7BF-1C07B221AB11}" dt="2023-12-04T06:51:21.498" v="1634" actId="20577"/>
          <ac:spMkLst>
            <pc:docMk/>
            <pc:sldMk cId="3920458543" sldId="396"/>
            <ac:spMk id="24" creationId="{D42C653D-F027-1070-17F3-F7A6345A88DA}"/>
          </ac:spMkLst>
        </pc:spChg>
        <pc:spChg chg="add mod">
          <ac:chgData name="Char Wang" userId="6b6e7535c948cbb7" providerId="LiveId" clId="{700B41EF-F84C-44C0-A7BF-1C07B221AB11}" dt="2023-12-04T06:51:25.451" v="1642" actId="20577"/>
          <ac:spMkLst>
            <pc:docMk/>
            <pc:sldMk cId="3920458543" sldId="396"/>
            <ac:spMk id="26" creationId="{189DAD5A-E972-B29F-73D1-61A29ADA5188}"/>
          </ac:spMkLst>
        </pc:spChg>
        <pc:spChg chg="add mod">
          <ac:chgData name="Char Wang" userId="6b6e7535c948cbb7" providerId="LiveId" clId="{700B41EF-F84C-44C0-A7BF-1C07B221AB11}" dt="2023-12-04T06:51:30.240" v="1654" actId="20577"/>
          <ac:spMkLst>
            <pc:docMk/>
            <pc:sldMk cId="3920458543" sldId="396"/>
            <ac:spMk id="28" creationId="{2A1AB627-4D4E-1B70-5B15-BA3E77F76A0A}"/>
          </ac:spMkLst>
        </pc:spChg>
        <pc:spChg chg="add mod">
          <ac:chgData name="Char Wang" userId="6b6e7535c948cbb7" providerId="LiveId" clId="{700B41EF-F84C-44C0-A7BF-1C07B221AB11}" dt="2023-12-04T06:51:36.050" v="1665" actId="20577"/>
          <ac:spMkLst>
            <pc:docMk/>
            <pc:sldMk cId="3920458543" sldId="396"/>
            <ac:spMk id="34" creationId="{1EEDCC04-E08B-F8D7-F181-E39CB8869780}"/>
          </ac:spMkLst>
        </pc:spChg>
        <pc:spChg chg="add mod">
          <ac:chgData name="Char Wang" userId="6b6e7535c948cbb7" providerId="LiveId" clId="{700B41EF-F84C-44C0-A7BF-1C07B221AB11}" dt="2023-12-04T06:51:41.569" v="1675" actId="20577"/>
          <ac:spMkLst>
            <pc:docMk/>
            <pc:sldMk cId="3920458543" sldId="396"/>
            <ac:spMk id="36" creationId="{68665930-FED7-C019-09A9-815907AC2397}"/>
          </ac:spMkLst>
        </pc:spChg>
        <pc:spChg chg="add mod">
          <ac:chgData name="Char Wang" userId="6b6e7535c948cbb7" providerId="LiveId" clId="{700B41EF-F84C-44C0-A7BF-1C07B221AB11}" dt="2023-12-04T06:51:44.685" v="1681" actId="20577"/>
          <ac:spMkLst>
            <pc:docMk/>
            <pc:sldMk cId="3920458543" sldId="396"/>
            <ac:spMk id="38" creationId="{3883ECE0-DE48-E830-D6B3-AF310E4985B6}"/>
          </ac:spMkLst>
        </pc:spChg>
        <pc:spChg chg="add mod">
          <ac:chgData name="Char Wang" userId="6b6e7535c948cbb7" providerId="LiveId" clId="{700B41EF-F84C-44C0-A7BF-1C07B221AB11}" dt="2023-12-04T06:51:48.357" v="1691" actId="20577"/>
          <ac:spMkLst>
            <pc:docMk/>
            <pc:sldMk cId="3920458543" sldId="396"/>
            <ac:spMk id="40" creationId="{0400C5EE-356F-3EB1-17DD-17F02E40696C}"/>
          </ac:spMkLst>
        </pc:spChg>
        <pc:spChg chg="add mod">
          <ac:chgData name="Char Wang" userId="6b6e7535c948cbb7" providerId="LiveId" clId="{700B41EF-F84C-44C0-A7BF-1C07B221AB11}" dt="2023-12-04T06:51:51.428" v="1692" actId="113"/>
          <ac:spMkLst>
            <pc:docMk/>
            <pc:sldMk cId="3920458543" sldId="396"/>
            <ac:spMk id="45" creationId="{F816BE84-AED6-98A2-8EBC-2DB212D8EAF6}"/>
          </ac:spMkLst>
        </pc:sp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4" creationId="{D89BB4A0-ADF4-50AA-D922-B8C3A75109EA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6" creationId="{1AE2E545-DAB1-C3BF-D082-7F5506850D2F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10" creationId="{09F70602-AEF7-D9DF-EB1B-408FAC09DCB8}"/>
          </ac:picMkLst>
        </pc:picChg>
        <pc:picChg chg="add del mod">
          <ac:chgData name="Char Wang" userId="6b6e7535c948cbb7" providerId="LiveId" clId="{700B41EF-F84C-44C0-A7BF-1C07B221AB11}" dt="2023-12-04T02:46:54.430" v="124"/>
          <ac:picMkLst>
            <pc:docMk/>
            <pc:sldMk cId="3920458543" sldId="396"/>
            <ac:picMk id="11" creationId="{8530D08D-FB0B-D2ED-3514-8EED8311B42C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12" creationId="{818B7C17-5288-0F8B-836A-C9C0134622EE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1" creationId="{DA95FB0D-855C-086C-E9B7-21C2F91B2EB0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3" creationId="{6759CC54-88BA-2F6A-B207-60744D3C8CC0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5" creationId="{99F50DB0-D086-9356-2C93-8BC4B992BF62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7" creationId="{BC1C95B7-5717-97BB-D05E-18A4E0FA5885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3" creationId="{0A6381EA-979A-EDDB-CD16-FF9333335265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5" creationId="{B2A4A173-DB7F-3002-53B2-FCDB40FE93BB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7" creationId="{9032A948-2BEA-3C5C-2A54-E5B929FF6EAA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9" creationId="{002C4470-0366-1AB1-C2E1-CD8D99F550D4}"/>
          </ac:picMkLst>
        </pc:pic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14" creationId="{94EDDCE9-DE88-C50C-0C55-EEC3548FC8C1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16" creationId="{198D7321-B42C-9EF1-41C3-59292FE4EA4B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29" creationId="{4827A02A-55AA-7E5B-C35A-37E4FDA27BAB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30" creationId="{07164617-13A1-2927-5BCB-FEFFBC460CB2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31" creationId="{9AE7428B-43C3-B108-5DB1-DCDBB17078E5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32" creationId="{EBAD8F41-FB92-ACFD-F968-77F71D212090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1" creationId="{2445CC41-8563-3E46-8097-DCA35DAA19B2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2" creationId="{BD5F47C5-F2B6-1E12-2780-6B6A316AB5D7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3" creationId="{570D3B74-7B38-DA6C-5EC6-CCE7090B88EC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4" creationId="{1755C1BB-9722-FE8B-F901-FB1E878C9435}"/>
          </ac:cxnSpMkLst>
        </pc:cxnChg>
      </pc:sldChg>
      <pc:sldChg chg="addSp delSp modSp mod">
        <pc:chgData name="Char Wang" userId="6b6e7535c948cbb7" providerId="LiveId" clId="{700B41EF-F84C-44C0-A7BF-1C07B221AB11}" dt="2023-12-04T02:58:59.785" v="382" actId="1076"/>
        <pc:sldMkLst>
          <pc:docMk/>
          <pc:sldMk cId="478498795" sldId="397"/>
        </pc:sldMkLst>
        <pc:spChg chg="mod">
          <ac:chgData name="Char Wang" userId="6b6e7535c948cbb7" providerId="LiveId" clId="{700B41EF-F84C-44C0-A7BF-1C07B221AB11}" dt="2023-12-04T02:58:56.427" v="381" actId="1076"/>
          <ac:spMkLst>
            <pc:docMk/>
            <pc:sldMk cId="478498795" sldId="397"/>
            <ac:spMk id="3" creationId="{00000000-0000-0000-0000-000000000000}"/>
          </ac:spMkLst>
        </pc:spChg>
        <pc:spChg chg="add mod">
          <ac:chgData name="Char Wang" userId="6b6e7535c948cbb7" providerId="LiveId" clId="{700B41EF-F84C-44C0-A7BF-1C07B221AB11}" dt="2023-12-04T02:58:59.785" v="382" actId="1076"/>
          <ac:spMkLst>
            <pc:docMk/>
            <pc:sldMk cId="478498795" sldId="397"/>
            <ac:spMk id="5" creationId="{EFB2E638-4840-A704-5FE0-36F22920C148}"/>
          </ac:spMkLst>
        </pc:spChg>
        <pc:spChg chg="add del mod">
          <ac:chgData name="Char Wang" userId="6b6e7535c948cbb7" providerId="LiveId" clId="{700B41EF-F84C-44C0-A7BF-1C07B221AB11}" dt="2023-12-04T02:51:49.638" v="164"/>
          <ac:spMkLst>
            <pc:docMk/>
            <pc:sldMk cId="478498795" sldId="397"/>
            <ac:spMk id="6" creationId="{D4D8DB86-E1CC-B657-C262-D259C737C979}"/>
          </ac:spMkLst>
        </pc:spChg>
        <pc:spChg chg="add mod">
          <ac:chgData name="Char Wang" userId="6b6e7535c948cbb7" providerId="LiveId" clId="{700B41EF-F84C-44C0-A7BF-1C07B221AB11}" dt="2023-12-04T02:54:35.868" v="257" actId="113"/>
          <ac:spMkLst>
            <pc:docMk/>
            <pc:sldMk cId="478498795" sldId="397"/>
            <ac:spMk id="7" creationId="{73C6F6C8-4360-F820-44EF-8734F62F0591}"/>
          </ac:spMkLst>
        </pc:spChg>
        <pc:spChg chg="add mod">
          <ac:chgData name="Char Wang" userId="6b6e7535c948cbb7" providerId="LiveId" clId="{700B41EF-F84C-44C0-A7BF-1C07B221AB11}" dt="2023-12-04T02:58:59.785" v="382" actId="1076"/>
          <ac:spMkLst>
            <pc:docMk/>
            <pc:sldMk cId="478498795" sldId="397"/>
            <ac:spMk id="8" creationId="{54F450C2-5F01-A471-14E7-B6F0A76ED065}"/>
          </ac:spMkLst>
        </pc:spChg>
        <pc:spChg chg="add mod">
          <ac:chgData name="Char Wang" userId="6b6e7535c948cbb7" providerId="LiveId" clId="{700B41EF-F84C-44C0-A7BF-1C07B221AB11}" dt="2023-12-04T02:57:32.002" v="300" actId="1076"/>
          <ac:spMkLst>
            <pc:docMk/>
            <pc:sldMk cId="478498795" sldId="397"/>
            <ac:spMk id="11" creationId="{A2A01657-5E26-B7AC-0548-749E03FA65E0}"/>
          </ac:spMkLst>
        </pc:spChg>
        <pc:spChg chg="add mod">
          <ac:chgData name="Char Wang" userId="6b6e7535c948cbb7" providerId="LiveId" clId="{700B41EF-F84C-44C0-A7BF-1C07B221AB11}" dt="2023-12-04T02:58:43.984" v="379" actId="14100"/>
          <ac:spMkLst>
            <pc:docMk/>
            <pc:sldMk cId="478498795" sldId="397"/>
            <ac:spMk id="12" creationId="{792539DE-D625-DFC1-AE4C-777349BE5F87}"/>
          </ac:spMkLst>
        </pc:spChg>
        <pc:spChg chg="add del mod">
          <ac:chgData name="Char Wang" userId="6b6e7535c948cbb7" providerId="LiveId" clId="{700B41EF-F84C-44C0-A7BF-1C07B221AB11}" dt="2023-12-04T02:56:35.841" v="288" actId="478"/>
          <ac:spMkLst>
            <pc:docMk/>
            <pc:sldMk cId="478498795" sldId="397"/>
            <ac:spMk id="13" creationId="{A934D1A7-C42E-DE99-99EB-230FE8BF84F6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6" creationId="{FE885070-AA2C-3109-2201-2825930DD71D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7" creationId="{F908C8EA-7F27-31BD-E407-DD06C4F74604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8" creationId="{AB676B53-2423-10B2-E097-06E9AC765896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9" creationId="{FB468DEF-2553-8693-D573-D3674D37C972}"/>
          </ac:spMkLst>
        </pc:spChg>
        <pc:picChg chg="add del mod">
          <ac:chgData name="Char Wang" userId="6b6e7535c948cbb7" providerId="LiveId" clId="{700B41EF-F84C-44C0-A7BF-1C07B221AB11}" dt="2023-12-04T02:58:59.785" v="382" actId="1076"/>
          <ac:picMkLst>
            <pc:docMk/>
            <pc:sldMk cId="478498795" sldId="397"/>
            <ac:picMk id="4" creationId="{E8A5C12E-98D5-9E92-AD48-175545F8B3F7}"/>
          </ac:picMkLst>
        </pc:picChg>
        <pc:picChg chg="add mod modCrop">
          <ac:chgData name="Char Wang" userId="6b6e7535c948cbb7" providerId="LiveId" clId="{700B41EF-F84C-44C0-A7BF-1C07B221AB11}" dt="2023-12-04T02:57:32.002" v="300" actId="1076"/>
          <ac:picMkLst>
            <pc:docMk/>
            <pc:sldMk cId="478498795" sldId="397"/>
            <ac:picMk id="10" creationId="{AE6A20A2-4CEA-6AFC-C183-CF4859A31504}"/>
          </ac:picMkLst>
        </pc:picChg>
        <pc:picChg chg="add mod modCrop">
          <ac:chgData name="Char Wang" userId="6b6e7535c948cbb7" providerId="LiveId" clId="{700B41EF-F84C-44C0-A7BF-1C07B221AB11}" dt="2023-12-04T02:58:25.063" v="365" actId="1076"/>
          <ac:picMkLst>
            <pc:docMk/>
            <pc:sldMk cId="478498795" sldId="397"/>
            <ac:picMk id="15" creationId="{56402874-CC77-0CCC-2397-D12ED2E9893A}"/>
          </ac:picMkLst>
        </pc:picChg>
      </pc:sldChg>
      <pc:sldChg chg="addSp modSp mod">
        <pc:chgData name="Char Wang" userId="6b6e7535c948cbb7" providerId="LiveId" clId="{700B41EF-F84C-44C0-A7BF-1C07B221AB11}" dt="2023-12-04T03:41:01.755" v="1099" actId="20577"/>
        <pc:sldMkLst>
          <pc:docMk/>
          <pc:sldMk cId="4168677121" sldId="398"/>
        </pc:sldMkLst>
        <pc:spChg chg="add mod">
          <ac:chgData name="Char Wang" userId="6b6e7535c948cbb7" providerId="LiveId" clId="{700B41EF-F84C-44C0-A7BF-1C07B221AB11}" dt="2023-12-04T03:35:14.211" v="903" actId="20577"/>
          <ac:spMkLst>
            <pc:docMk/>
            <pc:sldMk cId="4168677121" sldId="398"/>
            <ac:spMk id="4" creationId="{58129D4A-1167-05E2-835F-BD8ADF003CF9}"/>
          </ac:spMkLst>
        </pc:spChg>
        <pc:spChg chg="add mod">
          <ac:chgData name="Char Wang" userId="6b6e7535c948cbb7" providerId="LiveId" clId="{700B41EF-F84C-44C0-A7BF-1C07B221AB11}" dt="2023-12-04T03:41:01.755" v="1099" actId="20577"/>
          <ac:spMkLst>
            <pc:docMk/>
            <pc:sldMk cId="4168677121" sldId="398"/>
            <ac:spMk id="6" creationId="{6B8C0C7C-16F0-AB65-C0D0-46424944815A}"/>
          </ac:spMkLst>
        </pc:spChg>
        <pc:picChg chg="add mod">
          <ac:chgData name="Char Wang" userId="6b6e7535c948cbb7" providerId="LiveId" clId="{700B41EF-F84C-44C0-A7BF-1C07B221AB11}" dt="2023-12-04T03:38:55.731" v="922" actId="1076"/>
          <ac:picMkLst>
            <pc:docMk/>
            <pc:sldMk cId="4168677121" sldId="398"/>
            <ac:picMk id="5" creationId="{27EFE634-5418-82E3-F3F8-B69BB1F896E8}"/>
          </ac:picMkLst>
        </pc:picChg>
      </pc:sldChg>
      <pc:sldChg chg="addSp modSp mod">
        <pc:chgData name="Char Wang" userId="6b6e7535c948cbb7" providerId="LiveId" clId="{700B41EF-F84C-44C0-A7BF-1C07B221AB11}" dt="2023-12-04T06:37:40.397" v="1466" actId="208"/>
        <pc:sldMkLst>
          <pc:docMk/>
          <pc:sldMk cId="660123533" sldId="399"/>
        </pc:sldMkLst>
        <pc:spChg chg="add mod">
          <ac:chgData name="Char Wang" userId="6b6e7535c948cbb7" providerId="LiveId" clId="{700B41EF-F84C-44C0-A7BF-1C07B221AB11}" dt="2023-12-04T03:43:00.741" v="1108" actId="1076"/>
          <ac:spMkLst>
            <pc:docMk/>
            <pc:sldMk cId="660123533" sldId="399"/>
            <ac:spMk id="7" creationId="{B226C855-EA0B-1C97-28B5-D8D92619C8C1}"/>
          </ac:spMkLst>
        </pc:spChg>
        <pc:spChg chg="add mod">
          <ac:chgData name="Char Wang" userId="6b6e7535c948cbb7" providerId="LiveId" clId="{700B41EF-F84C-44C0-A7BF-1C07B221AB11}" dt="2023-12-04T03:46:56.285" v="1464" actId="20577"/>
          <ac:spMkLst>
            <pc:docMk/>
            <pc:sldMk cId="660123533" sldId="399"/>
            <ac:spMk id="8" creationId="{E4AE7E17-C33E-AD07-1B4D-E93C0616A12E}"/>
          </ac:spMkLst>
        </pc:spChg>
        <pc:picChg chg="add mod">
          <ac:chgData name="Char Wang" userId="6b6e7535c948cbb7" providerId="LiveId" clId="{700B41EF-F84C-44C0-A7BF-1C07B221AB11}" dt="2023-12-04T06:37:37.756" v="1465" actId="208"/>
          <ac:picMkLst>
            <pc:docMk/>
            <pc:sldMk cId="660123533" sldId="399"/>
            <ac:picMk id="4" creationId="{B51A4911-B270-A609-27E0-748F2BD196EB}"/>
          </ac:picMkLst>
        </pc:picChg>
        <pc:picChg chg="add mod">
          <ac:chgData name="Char Wang" userId="6b6e7535c948cbb7" providerId="LiveId" clId="{700B41EF-F84C-44C0-A7BF-1C07B221AB11}" dt="2023-12-04T06:37:40.397" v="1466" actId="208"/>
          <ac:picMkLst>
            <pc:docMk/>
            <pc:sldMk cId="660123533" sldId="399"/>
            <ac:picMk id="6" creationId="{32E135F6-3643-3466-95F3-A03A1FB23F11}"/>
          </ac:picMkLst>
        </pc:picChg>
      </pc:sldChg>
      <pc:sldChg chg="addSp delSp modSp mod">
        <pc:chgData name="Char Wang" userId="6b6e7535c948cbb7" providerId="LiveId" clId="{700B41EF-F84C-44C0-A7BF-1C07B221AB11}" dt="2023-12-04T07:10:14.876" v="2226" actId="20577"/>
        <pc:sldMkLst>
          <pc:docMk/>
          <pc:sldMk cId="606693407" sldId="401"/>
        </pc:sldMkLst>
        <pc:spChg chg="mod">
          <ac:chgData name="Char Wang" userId="6b6e7535c948cbb7" providerId="LiveId" clId="{700B41EF-F84C-44C0-A7BF-1C07B221AB11}" dt="2023-12-04T07:01:55.556" v="1972" actId="1076"/>
          <ac:spMkLst>
            <pc:docMk/>
            <pc:sldMk cId="606693407" sldId="401"/>
            <ac:spMk id="6" creationId="{6203DBEC-C500-36F3-770C-52CF9047873E}"/>
          </ac:spMkLst>
        </pc:spChg>
        <pc:spChg chg="del">
          <ac:chgData name="Char Wang" userId="6b6e7535c948cbb7" providerId="LiveId" clId="{700B41EF-F84C-44C0-A7BF-1C07B221AB11}" dt="2023-12-04T07:01:53.752" v="1971" actId="478"/>
          <ac:spMkLst>
            <pc:docMk/>
            <pc:sldMk cId="606693407" sldId="401"/>
            <ac:spMk id="7" creationId="{2CE60E39-5F76-4E54-4DD5-0869A99F3C69}"/>
          </ac:spMkLst>
        </pc:spChg>
        <pc:spChg chg="del">
          <ac:chgData name="Char Wang" userId="6b6e7535c948cbb7" providerId="LiveId" clId="{700B41EF-F84C-44C0-A7BF-1C07B221AB11}" dt="2023-12-04T07:01:53.752" v="1971" actId="478"/>
          <ac:spMkLst>
            <pc:docMk/>
            <pc:sldMk cId="606693407" sldId="401"/>
            <ac:spMk id="8" creationId="{B2FE85C0-0833-8694-5AD6-381F2F2033A6}"/>
          </ac:spMkLst>
        </pc:spChg>
        <pc:spChg chg="add mod">
          <ac:chgData name="Char Wang" userId="6b6e7535c948cbb7" providerId="LiveId" clId="{700B41EF-F84C-44C0-A7BF-1C07B221AB11}" dt="2023-12-04T07:06:08.150" v="2097" actId="1036"/>
          <ac:spMkLst>
            <pc:docMk/>
            <pc:sldMk cId="606693407" sldId="401"/>
            <ac:spMk id="9" creationId="{2CD9AFDE-399D-45B6-5158-959DF1567467}"/>
          </ac:spMkLst>
        </pc:spChg>
        <pc:spChg chg="add mod">
          <ac:chgData name="Char Wang" userId="6b6e7535c948cbb7" providerId="LiveId" clId="{700B41EF-F84C-44C0-A7BF-1C07B221AB11}" dt="2023-12-04T07:06:41.536" v="2121" actId="207"/>
          <ac:spMkLst>
            <pc:docMk/>
            <pc:sldMk cId="606693407" sldId="401"/>
            <ac:spMk id="11" creationId="{9E494AA3-F75A-45AB-DF24-410AC7F8AD67}"/>
          </ac:spMkLst>
        </pc:spChg>
        <pc:spChg chg="add mod">
          <ac:chgData name="Char Wang" userId="6b6e7535c948cbb7" providerId="LiveId" clId="{700B41EF-F84C-44C0-A7BF-1C07B221AB11}" dt="2023-12-04T07:05:49.848" v="2072" actId="14100"/>
          <ac:spMkLst>
            <pc:docMk/>
            <pc:sldMk cId="606693407" sldId="401"/>
            <ac:spMk id="12" creationId="{5429B62B-BD4D-4F0A-3C8C-DFC52F5F8FE4}"/>
          </ac:spMkLst>
        </pc:spChg>
        <pc:spChg chg="add mod">
          <ac:chgData name="Char Wang" userId="6b6e7535c948cbb7" providerId="LiveId" clId="{700B41EF-F84C-44C0-A7BF-1C07B221AB11}" dt="2023-12-04T07:07:06.227" v="2164" actId="20577"/>
          <ac:spMkLst>
            <pc:docMk/>
            <pc:sldMk cId="606693407" sldId="401"/>
            <ac:spMk id="13" creationId="{FD86ECBE-4839-8BFA-A09F-2B5AFED3DEA2}"/>
          </ac:spMkLst>
        </pc:spChg>
        <pc:spChg chg="add mod">
          <ac:chgData name="Char Wang" userId="6b6e7535c948cbb7" providerId="LiveId" clId="{700B41EF-F84C-44C0-A7BF-1C07B221AB11}" dt="2023-12-04T07:09:58.413" v="2187" actId="1076"/>
          <ac:spMkLst>
            <pc:docMk/>
            <pc:sldMk cId="606693407" sldId="401"/>
            <ac:spMk id="18" creationId="{B13ADFD2-58DC-6D89-B3EA-62ED0982994C}"/>
          </ac:spMkLst>
        </pc:spChg>
        <pc:spChg chg="add mod">
          <ac:chgData name="Char Wang" userId="6b6e7535c948cbb7" providerId="LiveId" clId="{700B41EF-F84C-44C0-A7BF-1C07B221AB11}" dt="2023-12-04T07:10:14.876" v="2226" actId="20577"/>
          <ac:spMkLst>
            <pc:docMk/>
            <pc:sldMk cId="606693407" sldId="401"/>
            <ac:spMk id="19" creationId="{7D87AD75-1038-62A6-FCE2-3848387CD726}"/>
          </ac:spMkLst>
        </pc:spChg>
        <pc:picChg chg="add mod">
          <ac:chgData name="Char Wang" userId="6b6e7535c948cbb7" providerId="LiveId" clId="{700B41EF-F84C-44C0-A7BF-1C07B221AB11}" dt="2023-12-04T07:06:08.150" v="2097" actId="1036"/>
          <ac:picMkLst>
            <pc:docMk/>
            <pc:sldMk cId="606693407" sldId="401"/>
            <ac:picMk id="4" creationId="{77DA157E-E035-D983-36A1-9E829D769A82}"/>
          </ac:picMkLst>
        </pc:picChg>
        <pc:picChg chg="add del mod">
          <ac:chgData name="Char Wang" userId="6b6e7535c948cbb7" providerId="LiveId" clId="{700B41EF-F84C-44C0-A7BF-1C07B221AB11}" dt="2023-12-04T07:08:05.695" v="2165" actId="478"/>
          <ac:picMkLst>
            <pc:docMk/>
            <pc:sldMk cId="606693407" sldId="401"/>
            <ac:picMk id="10" creationId="{A0661C14-FDBB-413E-8F10-9F6F5208D1A8}"/>
          </ac:picMkLst>
        </pc:picChg>
        <pc:picChg chg="add mod">
          <ac:chgData name="Char Wang" userId="6b6e7535c948cbb7" providerId="LiveId" clId="{700B41EF-F84C-44C0-A7BF-1C07B221AB11}" dt="2023-12-04T07:08:09.597" v="2167" actId="1076"/>
          <ac:picMkLst>
            <pc:docMk/>
            <pc:sldMk cId="606693407" sldId="401"/>
            <ac:picMk id="15" creationId="{0C99503B-2595-DFB0-9CA7-7A31C4EF739C}"/>
          </ac:picMkLst>
        </pc:picChg>
        <pc:picChg chg="add mod">
          <ac:chgData name="Char Wang" userId="6b6e7535c948cbb7" providerId="LiveId" clId="{700B41EF-F84C-44C0-A7BF-1C07B221AB11}" dt="2023-12-04T07:09:58.413" v="2187" actId="1076"/>
          <ac:picMkLst>
            <pc:docMk/>
            <pc:sldMk cId="606693407" sldId="401"/>
            <ac:picMk id="17" creationId="{AEC3B896-3660-B9F2-10E5-C5B0F22291C2}"/>
          </ac:picMkLst>
        </pc:picChg>
      </pc:sldChg>
      <pc:sldChg chg="addSp modSp mod">
        <pc:chgData name="Char Wang" userId="6b6e7535c948cbb7" providerId="LiveId" clId="{700B41EF-F84C-44C0-A7BF-1C07B221AB11}" dt="2023-12-05T06:51:17.183" v="2877" actId="207"/>
        <pc:sldMkLst>
          <pc:docMk/>
          <pc:sldMk cId="2957100013" sldId="407"/>
        </pc:sldMkLst>
        <pc:spChg chg="add mod">
          <ac:chgData name="Char Wang" userId="6b6e7535c948cbb7" providerId="LiveId" clId="{700B41EF-F84C-44C0-A7BF-1C07B221AB11}" dt="2023-12-05T06:49:55.705" v="2874" actId="17032"/>
          <ac:spMkLst>
            <pc:docMk/>
            <pc:sldMk cId="2957100013" sldId="407"/>
            <ac:spMk id="2" creationId="{CB8347EC-0242-6FAB-C90D-DDCD2CF6B491}"/>
          </ac:spMkLst>
        </pc:spChg>
        <pc:spChg chg="add mod">
          <ac:chgData name="Char Wang" userId="6b6e7535c948cbb7" providerId="LiveId" clId="{700B41EF-F84C-44C0-A7BF-1C07B221AB11}" dt="2023-12-05T06:51:17.183" v="2877" actId="207"/>
          <ac:spMkLst>
            <pc:docMk/>
            <pc:sldMk cId="2957100013" sldId="407"/>
            <ac:spMk id="4" creationId="{3C4D9E70-D821-823A-2ED8-72CF32788B9C}"/>
          </ac:spMkLst>
        </pc:spChg>
        <pc:spChg chg="mod">
          <ac:chgData name="Char Wang" userId="6b6e7535c948cbb7" providerId="LiveId" clId="{700B41EF-F84C-44C0-A7BF-1C07B221AB11}" dt="2023-12-05T06:49:35.049" v="2869" actId="1076"/>
          <ac:spMkLst>
            <pc:docMk/>
            <pc:sldMk cId="2957100013" sldId="407"/>
            <ac:spMk id="34" creationId="{1E35B7FE-DAC6-8445-208B-A04A6B46761C}"/>
          </ac:spMkLst>
        </pc:spChg>
      </pc:sldChg>
      <pc:sldChg chg="addSp modSp mod">
        <pc:chgData name="Char Wang" userId="6b6e7535c948cbb7" providerId="LiveId" clId="{700B41EF-F84C-44C0-A7BF-1C07B221AB11}" dt="2023-12-05T06:31:16.315" v="2865" actId="20577"/>
        <pc:sldMkLst>
          <pc:docMk/>
          <pc:sldMk cId="2786733384" sldId="416"/>
        </pc:sldMkLst>
        <pc:spChg chg="mod">
          <ac:chgData name="Char Wang" userId="6b6e7535c948cbb7" providerId="LiveId" clId="{700B41EF-F84C-44C0-A7BF-1C07B221AB11}" dt="2023-12-04T02:19:38.465" v="0" actId="207"/>
          <ac:spMkLst>
            <pc:docMk/>
            <pc:sldMk cId="2786733384" sldId="416"/>
            <ac:spMk id="3" creationId="{F7563773-BC6C-BF4F-88C9-70018DEED2C1}"/>
          </ac:spMkLst>
        </pc:spChg>
        <pc:spChg chg="mod">
          <ac:chgData name="Char Wang" userId="6b6e7535c948cbb7" providerId="LiveId" clId="{700B41EF-F84C-44C0-A7BF-1C07B221AB11}" dt="2023-12-04T02:19:41.865" v="1" actId="207"/>
          <ac:spMkLst>
            <pc:docMk/>
            <pc:sldMk cId="2786733384" sldId="416"/>
            <ac:spMk id="4" creationId="{DEF54904-656A-E049-2D84-AD14DEB4DCEB}"/>
          </ac:spMkLst>
        </pc:spChg>
        <pc:spChg chg="mod">
          <ac:chgData name="Char Wang" userId="6b6e7535c948cbb7" providerId="LiveId" clId="{700B41EF-F84C-44C0-A7BF-1C07B221AB11}" dt="2023-12-04T07:24:22.182" v="2542" actId="207"/>
          <ac:spMkLst>
            <pc:docMk/>
            <pc:sldMk cId="2786733384" sldId="416"/>
            <ac:spMk id="5" creationId="{C6087F46-B19C-2A3E-5E8B-2860E2A96E1E}"/>
          </ac:spMkLst>
        </pc:spChg>
        <pc:spChg chg="mod">
          <ac:chgData name="Char Wang" userId="6b6e7535c948cbb7" providerId="LiveId" clId="{700B41EF-F84C-44C0-A7BF-1C07B221AB11}" dt="2023-12-04T07:24:19.399" v="2541" actId="207"/>
          <ac:spMkLst>
            <pc:docMk/>
            <pc:sldMk cId="2786733384" sldId="416"/>
            <ac:spMk id="6" creationId="{2D6AD8B0-5B82-278C-AB09-E2A65C1DF198}"/>
          </ac:spMkLst>
        </pc:spChg>
        <pc:spChg chg="mod">
          <ac:chgData name="Char Wang" userId="6b6e7535c948cbb7" providerId="LiveId" clId="{700B41EF-F84C-44C0-A7BF-1C07B221AB11}" dt="2023-12-04T07:24:15.840" v="2540" actId="207"/>
          <ac:spMkLst>
            <pc:docMk/>
            <pc:sldMk cId="2786733384" sldId="416"/>
            <ac:spMk id="7" creationId="{4B3C41F6-A8A0-F55F-04C6-95E7B3FBDE3A}"/>
          </ac:spMkLst>
        </pc:spChg>
        <pc:spChg chg="mod">
          <ac:chgData name="Char Wang" userId="6b6e7535c948cbb7" providerId="LiveId" clId="{700B41EF-F84C-44C0-A7BF-1C07B221AB11}" dt="2023-12-04T02:20:01.234" v="2" actId="207"/>
          <ac:spMkLst>
            <pc:docMk/>
            <pc:sldMk cId="2786733384" sldId="416"/>
            <ac:spMk id="8" creationId="{83E031EF-07EF-DC96-06FE-4D050732E292}"/>
          </ac:spMkLst>
        </pc:spChg>
        <pc:spChg chg="mod">
          <ac:chgData name="Char Wang" userId="6b6e7535c948cbb7" providerId="LiveId" clId="{700B41EF-F84C-44C0-A7BF-1C07B221AB11}" dt="2023-12-04T07:24:05.148" v="2539" actId="207"/>
          <ac:spMkLst>
            <pc:docMk/>
            <pc:sldMk cId="2786733384" sldId="416"/>
            <ac:spMk id="9" creationId="{5DA711A7-3A46-CBEE-66F4-6817BCE67173}"/>
          </ac:spMkLst>
        </pc:spChg>
        <pc:spChg chg="mod">
          <ac:chgData name="Char Wang" userId="6b6e7535c948cbb7" providerId="LiveId" clId="{700B41EF-F84C-44C0-A7BF-1C07B221AB11}" dt="2023-12-05T06:27:14.521" v="2836" actId="14100"/>
          <ac:spMkLst>
            <pc:docMk/>
            <pc:sldMk cId="2786733384" sldId="416"/>
            <ac:spMk id="10" creationId="{08A97AB2-C5A1-899F-E800-8085CABAD84E}"/>
          </ac:spMkLst>
        </pc:spChg>
        <pc:spChg chg="mod">
          <ac:chgData name="Char Wang" userId="6b6e7535c948cbb7" providerId="LiveId" clId="{700B41EF-F84C-44C0-A7BF-1C07B221AB11}" dt="2023-12-04T02:20:04.705" v="3" actId="207"/>
          <ac:spMkLst>
            <pc:docMk/>
            <pc:sldMk cId="2786733384" sldId="416"/>
            <ac:spMk id="11" creationId="{58ACD0D3-CBE5-D5F1-74AE-03C1F6A4F48F}"/>
          </ac:spMkLst>
        </pc:spChg>
        <pc:spChg chg="mod">
          <ac:chgData name="Char Wang" userId="6b6e7535c948cbb7" providerId="LiveId" clId="{700B41EF-F84C-44C0-A7BF-1C07B221AB11}" dt="2023-12-04T02:20:40.908" v="10" actId="207"/>
          <ac:spMkLst>
            <pc:docMk/>
            <pc:sldMk cId="2786733384" sldId="416"/>
            <ac:spMk id="12" creationId="{893FEFE0-4C1C-9930-ACC9-6D146CD3E08C}"/>
          </ac:spMkLst>
        </pc:spChg>
        <pc:spChg chg="mod">
          <ac:chgData name="Char Wang" userId="6b6e7535c948cbb7" providerId="LiveId" clId="{700B41EF-F84C-44C0-A7BF-1C07B221AB11}" dt="2023-12-04T02:20:44.653" v="11" actId="207"/>
          <ac:spMkLst>
            <pc:docMk/>
            <pc:sldMk cId="2786733384" sldId="416"/>
            <ac:spMk id="13" creationId="{1304262D-2AB2-FA2D-B071-A996B43B93F9}"/>
          </ac:spMkLst>
        </pc:spChg>
        <pc:spChg chg="mod">
          <ac:chgData name="Char Wang" userId="6b6e7535c948cbb7" providerId="LiveId" clId="{700B41EF-F84C-44C0-A7BF-1C07B221AB11}" dt="2023-12-04T07:23:12.157" v="2537" actId="20577"/>
          <ac:spMkLst>
            <pc:docMk/>
            <pc:sldMk cId="2786733384" sldId="416"/>
            <ac:spMk id="14" creationId="{B19E6A23-13CF-6F8A-3931-18CB01AF1973}"/>
          </ac:spMkLst>
        </pc:spChg>
        <pc:spChg chg="add mod">
          <ac:chgData name="Char Wang" userId="6b6e7535c948cbb7" providerId="LiveId" clId="{700B41EF-F84C-44C0-A7BF-1C07B221AB11}" dt="2023-12-05T06:28:02.734" v="2854" actId="20577"/>
          <ac:spMkLst>
            <pc:docMk/>
            <pc:sldMk cId="2786733384" sldId="416"/>
            <ac:spMk id="15" creationId="{B65D0BE4-E64E-DC8E-AF90-999F6A5E2607}"/>
          </ac:spMkLst>
        </pc:spChg>
        <pc:spChg chg="add mod">
          <ac:chgData name="Char Wang" userId="6b6e7535c948cbb7" providerId="LiveId" clId="{700B41EF-F84C-44C0-A7BF-1C07B221AB11}" dt="2023-12-05T06:31:16.315" v="2865" actId="20577"/>
          <ac:spMkLst>
            <pc:docMk/>
            <pc:sldMk cId="2786733384" sldId="416"/>
            <ac:spMk id="16" creationId="{F9837F52-3B98-779E-87C0-35D965646942}"/>
          </ac:spMkLst>
        </pc:spChg>
      </pc:sldChg>
      <pc:sldChg chg="addSp delSp modSp mod">
        <pc:chgData name="Char Wang" userId="6b6e7535c948cbb7" providerId="LiveId" clId="{700B41EF-F84C-44C0-A7BF-1C07B221AB11}" dt="2023-12-08T06:15:59.506" v="3075" actId="20577"/>
        <pc:sldMkLst>
          <pc:docMk/>
          <pc:sldMk cId="2118438436" sldId="421"/>
        </pc:sldMkLst>
        <pc:spChg chg="mod">
          <ac:chgData name="Char Wang" userId="6b6e7535c948cbb7" providerId="LiveId" clId="{700B41EF-F84C-44C0-A7BF-1C07B221AB11}" dt="2023-12-04T06:53:06.975" v="1696" actId="1076"/>
          <ac:spMkLst>
            <pc:docMk/>
            <pc:sldMk cId="2118438436" sldId="421"/>
            <ac:spMk id="7" creationId="{2CE60E39-5F76-4E54-4DD5-0869A99F3C69}"/>
          </ac:spMkLst>
        </pc:spChg>
        <pc:spChg chg="del">
          <ac:chgData name="Char Wang" userId="6b6e7535c948cbb7" providerId="LiveId" clId="{700B41EF-F84C-44C0-A7BF-1C07B221AB11}" dt="2023-12-04T06:53:02.328" v="1695" actId="478"/>
          <ac:spMkLst>
            <pc:docMk/>
            <pc:sldMk cId="2118438436" sldId="421"/>
            <ac:spMk id="8" creationId="{B2FE85C0-0833-8694-5AD6-381F2F2033A6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9" creationId="{FD249CEA-83B3-598C-3CB4-8CCA2FE24C5A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10" creationId="{BAA747C0-E9E5-6E85-6D7E-21AB50481F4C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11" creationId="{9D942651-9D09-9A70-F136-F14C09E53B56}"/>
          </ac:spMkLst>
        </pc:spChg>
        <pc:spChg chg="add mod">
          <ac:chgData name="Char Wang" userId="6b6e7535c948cbb7" providerId="LiveId" clId="{700B41EF-F84C-44C0-A7BF-1C07B221AB11}" dt="2023-12-04T06:55:41.676" v="1756" actId="1076"/>
          <ac:spMkLst>
            <pc:docMk/>
            <pc:sldMk cId="2118438436" sldId="421"/>
            <ac:spMk id="12" creationId="{C8676D2A-4493-2348-D94E-387AFE33F991}"/>
          </ac:spMkLst>
        </pc:spChg>
        <pc:spChg chg="add mod">
          <ac:chgData name="Char Wang" userId="6b6e7535c948cbb7" providerId="LiveId" clId="{700B41EF-F84C-44C0-A7BF-1C07B221AB11}" dt="2023-12-04T06:56:52.258" v="1774" actId="1076"/>
          <ac:spMkLst>
            <pc:docMk/>
            <pc:sldMk cId="2118438436" sldId="421"/>
            <ac:spMk id="14" creationId="{F1ABDF79-71AF-A9BB-EE98-F290B28936DB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22" creationId="{8D510975-9AF7-A74A-358A-82E80EEA8A56}"/>
          </ac:spMkLst>
        </pc:spChg>
        <pc:spChg chg="add mod">
          <ac:chgData name="Char Wang" userId="6b6e7535c948cbb7" providerId="LiveId" clId="{700B41EF-F84C-44C0-A7BF-1C07B221AB11}" dt="2023-12-04T07:28:11.082" v="2543" actId="14100"/>
          <ac:spMkLst>
            <pc:docMk/>
            <pc:sldMk cId="2118438436" sldId="421"/>
            <ac:spMk id="23" creationId="{90CCED06-4681-C3F1-CF91-2C341F65CC06}"/>
          </ac:spMkLst>
        </pc:spChg>
        <pc:spChg chg="add mod">
          <ac:chgData name="Char Wang" userId="6b6e7535c948cbb7" providerId="LiveId" clId="{700B41EF-F84C-44C0-A7BF-1C07B221AB11}" dt="2023-12-04T06:58:41.311" v="1856" actId="20577"/>
          <ac:spMkLst>
            <pc:docMk/>
            <pc:sldMk cId="2118438436" sldId="421"/>
            <ac:spMk id="24" creationId="{074D168B-7059-D58F-6094-D955006A1945}"/>
          </ac:spMkLst>
        </pc:spChg>
        <pc:spChg chg="add mod">
          <ac:chgData name="Char Wang" userId="6b6e7535c948cbb7" providerId="LiveId" clId="{700B41EF-F84C-44C0-A7BF-1C07B221AB11}" dt="2023-12-04T06:59:38.197" v="1921" actId="20577"/>
          <ac:spMkLst>
            <pc:docMk/>
            <pc:sldMk cId="2118438436" sldId="421"/>
            <ac:spMk id="27" creationId="{02696744-EAB1-3D7F-426D-A4F08FACC4DF}"/>
          </ac:spMkLst>
        </pc:spChg>
        <pc:spChg chg="add mod">
          <ac:chgData name="Char Wang" userId="6b6e7535c948cbb7" providerId="LiveId" clId="{700B41EF-F84C-44C0-A7BF-1C07B221AB11}" dt="2023-12-08T06:15:59.506" v="3075" actId="20577"/>
          <ac:spMkLst>
            <pc:docMk/>
            <pc:sldMk cId="2118438436" sldId="421"/>
            <ac:spMk id="29" creationId="{89515B55-CDF7-9677-AE3A-2B309426F80F}"/>
          </ac:spMkLst>
        </pc:spChg>
        <pc:spChg chg="add mod">
          <ac:chgData name="Char Wang" userId="6b6e7535c948cbb7" providerId="LiveId" clId="{700B41EF-F84C-44C0-A7BF-1C07B221AB11}" dt="2023-12-04T07:01:16.736" v="1970" actId="14100"/>
          <ac:spMkLst>
            <pc:docMk/>
            <pc:sldMk cId="2118438436" sldId="421"/>
            <ac:spMk id="30" creationId="{C3B98F05-F116-82C8-9FA7-066D780FCE32}"/>
          </ac:spMkLst>
        </pc:spChg>
        <pc:picChg chg="add del mod">
          <ac:chgData name="Char Wang" userId="6b6e7535c948cbb7" providerId="LiveId" clId="{700B41EF-F84C-44C0-A7BF-1C07B221AB11}" dt="2023-12-04T06:54:27.031" v="1709" actId="478"/>
          <ac:picMkLst>
            <pc:docMk/>
            <pc:sldMk cId="2118438436" sldId="421"/>
            <ac:picMk id="4" creationId="{6C92384C-8571-D53B-D942-16541ABF123D}"/>
          </ac:picMkLst>
        </pc:picChg>
        <pc:picChg chg="add mod ord">
          <ac:chgData name="Char Wang" userId="6b6e7535c948cbb7" providerId="LiveId" clId="{700B41EF-F84C-44C0-A7BF-1C07B221AB11}" dt="2023-12-04T06:58:11.633" v="1831" actId="1038"/>
          <ac:picMkLst>
            <pc:docMk/>
            <pc:sldMk cId="2118438436" sldId="421"/>
            <ac:picMk id="6" creationId="{8428E2F3-B043-3BEA-ABAC-822D25D0624B}"/>
          </ac:picMkLst>
        </pc:picChg>
        <pc:picChg chg="add mod">
          <ac:chgData name="Char Wang" userId="6b6e7535c948cbb7" providerId="LiveId" clId="{700B41EF-F84C-44C0-A7BF-1C07B221AB11}" dt="2023-12-04T06:56:20.056" v="1766" actId="1076"/>
          <ac:picMkLst>
            <pc:docMk/>
            <pc:sldMk cId="2118438436" sldId="421"/>
            <ac:picMk id="13" creationId="{15F4E78D-F930-DBB4-2A01-CA2CA9470E8F}"/>
          </ac:picMkLst>
        </pc:picChg>
        <pc:cxnChg chg="add mod">
          <ac:chgData name="Char Wang" userId="6b6e7535c948cbb7" providerId="LiveId" clId="{700B41EF-F84C-44C0-A7BF-1C07B221AB11}" dt="2023-12-04T06:58:11.633" v="1831" actId="1038"/>
          <ac:cxnSpMkLst>
            <pc:docMk/>
            <pc:sldMk cId="2118438436" sldId="421"/>
            <ac:cxnSpMk id="15" creationId="{09154263-78C1-31AE-9AC0-7C3BDBD9B1C5}"/>
          </ac:cxnSpMkLst>
        </pc:cxnChg>
        <pc:cxnChg chg="add mod">
          <ac:chgData name="Char Wang" userId="6b6e7535c948cbb7" providerId="LiveId" clId="{700B41EF-F84C-44C0-A7BF-1C07B221AB11}" dt="2023-12-04T06:58:11.633" v="1831" actId="1038"/>
          <ac:cxnSpMkLst>
            <pc:docMk/>
            <pc:sldMk cId="2118438436" sldId="421"/>
            <ac:cxnSpMk id="18" creationId="{B6990780-4E5C-DE87-B345-6370C8137B4A}"/>
          </ac:cxnSpMkLst>
        </pc:cxnChg>
        <pc:cxnChg chg="add mod">
          <ac:chgData name="Char Wang" userId="6b6e7535c948cbb7" providerId="LiveId" clId="{700B41EF-F84C-44C0-A7BF-1C07B221AB11}" dt="2023-12-04T06:58:50.428" v="1858" actId="13822"/>
          <ac:cxnSpMkLst>
            <pc:docMk/>
            <pc:sldMk cId="2118438436" sldId="421"/>
            <ac:cxnSpMk id="26" creationId="{7484004F-7676-B0A6-FFB6-583230B4AAD4}"/>
          </ac:cxnSpMkLst>
        </pc:cxnChg>
        <pc:cxnChg chg="add mod">
          <ac:chgData name="Char Wang" userId="6b6e7535c948cbb7" providerId="LiveId" clId="{700B41EF-F84C-44C0-A7BF-1C07B221AB11}" dt="2023-12-04T06:59:47.745" v="1923" actId="1076"/>
          <ac:cxnSpMkLst>
            <pc:docMk/>
            <pc:sldMk cId="2118438436" sldId="421"/>
            <ac:cxnSpMk id="28" creationId="{D5E66CBA-7035-B3C3-2C3C-FE8EC7430872}"/>
          </ac:cxnSpMkLst>
        </pc:cxnChg>
      </pc:sldChg>
      <pc:sldChg chg="addSp delSp modSp add mod">
        <pc:chgData name="Char Wang" userId="6b6e7535c948cbb7" providerId="LiveId" clId="{700B41EF-F84C-44C0-A7BF-1C07B221AB11}" dt="2023-12-04T07:21:45.404" v="2520" actId="207"/>
        <pc:sldMkLst>
          <pc:docMk/>
          <pc:sldMk cId="2273848425" sldId="422"/>
        </pc:sldMkLst>
        <pc:spChg chg="mod">
          <ac:chgData name="Char Wang" userId="6b6e7535c948cbb7" providerId="LiveId" clId="{700B41EF-F84C-44C0-A7BF-1C07B221AB11}" dt="2023-12-04T07:11:10.709" v="2257" actId="20577"/>
          <ac:spMkLst>
            <pc:docMk/>
            <pc:sldMk cId="2273848425" sldId="422"/>
            <ac:spMk id="3" creationId="{00000000-0000-0000-0000-000000000000}"/>
          </ac:spMkLst>
        </pc:spChg>
        <pc:spChg chg="del">
          <ac:chgData name="Char Wang" userId="6b6e7535c948cbb7" providerId="LiveId" clId="{700B41EF-F84C-44C0-A7BF-1C07B221AB11}" dt="2023-12-04T07:12:35.654" v="2262" actId="478"/>
          <ac:spMkLst>
            <pc:docMk/>
            <pc:sldMk cId="2273848425" sldId="422"/>
            <ac:spMk id="6" creationId="{6203DBEC-C500-36F3-770C-52CF9047873E}"/>
          </ac:spMkLst>
        </pc:spChg>
        <pc:spChg chg="mod">
          <ac:chgData name="Char Wang" userId="6b6e7535c948cbb7" providerId="LiveId" clId="{700B41EF-F84C-44C0-A7BF-1C07B221AB11}" dt="2023-12-04T07:17:02.537" v="2406" actId="1076"/>
          <ac:spMkLst>
            <pc:docMk/>
            <pc:sldMk cId="2273848425" sldId="422"/>
            <ac:spMk id="9" creationId="{2CD9AFDE-399D-45B6-5158-959DF1567467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1" creationId="{9E494AA3-F75A-45AB-DF24-410AC7F8AD67}"/>
          </ac:spMkLst>
        </pc:spChg>
        <pc:spChg chg="del">
          <ac:chgData name="Char Wang" userId="6b6e7535c948cbb7" providerId="LiveId" clId="{700B41EF-F84C-44C0-A7BF-1C07B221AB11}" dt="2023-12-04T07:11:13.575" v="2258" actId="478"/>
          <ac:spMkLst>
            <pc:docMk/>
            <pc:sldMk cId="2273848425" sldId="422"/>
            <ac:spMk id="12" creationId="{5429B62B-BD4D-4F0A-3C8C-DFC52F5F8FE4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3" creationId="{FD86ECBE-4839-8BFA-A09F-2B5AFED3DEA2}"/>
          </ac:spMkLst>
        </pc:spChg>
        <pc:spChg chg="add mod">
          <ac:chgData name="Char Wang" userId="6b6e7535c948cbb7" providerId="LiveId" clId="{700B41EF-F84C-44C0-A7BF-1C07B221AB11}" dt="2023-12-04T07:12:58.796" v="2266" actId="14100"/>
          <ac:spMkLst>
            <pc:docMk/>
            <pc:sldMk cId="2273848425" sldId="422"/>
            <ac:spMk id="16" creationId="{5B7D8630-995B-58FD-0459-E23FD6AB0E86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8" creationId="{B13ADFD2-58DC-6D89-B3EA-62ED0982994C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9" creationId="{7D87AD75-1038-62A6-FCE2-3848387CD726}"/>
          </ac:spMkLst>
        </pc:spChg>
        <pc:spChg chg="add mod">
          <ac:chgData name="Char Wang" userId="6b6e7535c948cbb7" providerId="LiveId" clId="{700B41EF-F84C-44C0-A7BF-1C07B221AB11}" dt="2023-12-04T07:14:11.691" v="2273" actId="14100"/>
          <ac:spMkLst>
            <pc:docMk/>
            <pc:sldMk cId="2273848425" sldId="422"/>
            <ac:spMk id="20" creationId="{B70B1A39-E7D1-9583-A750-22C7044FE995}"/>
          </ac:spMkLst>
        </pc:spChg>
        <pc:spChg chg="add mod">
          <ac:chgData name="Char Wang" userId="6b6e7535c948cbb7" providerId="LiveId" clId="{700B41EF-F84C-44C0-A7BF-1C07B221AB11}" dt="2023-12-04T07:16:56.072" v="2404" actId="1076"/>
          <ac:spMkLst>
            <pc:docMk/>
            <pc:sldMk cId="2273848425" sldId="422"/>
            <ac:spMk id="21" creationId="{211DE101-64EF-9349-9FB1-40BCA643E378}"/>
          </ac:spMkLst>
        </pc:spChg>
        <pc:spChg chg="add mod">
          <ac:chgData name="Char Wang" userId="6b6e7535c948cbb7" providerId="LiveId" clId="{700B41EF-F84C-44C0-A7BF-1C07B221AB11}" dt="2023-12-04T07:20:04.481" v="2518" actId="1076"/>
          <ac:spMkLst>
            <pc:docMk/>
            <pc:sldMk cId="2273848425" sldId="422"/>
            <ac:spMk id="22" creationId="{4327E147-7969-B2B1-0B73-A373267108F5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24" creationId="{2840DAAC-F4A5-D78F-9916-C38156ED5B71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26" creationId="{683970B5-03BD-07B4-02E0-419A9ECE9649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27" creationId="{5C6A201B-56CA-DE7C-E0B6-80F792344DC8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0" creationId="{9600F252-B60B-C04B-5BAE-E9A40C82CEDA}"/>
          </ac:spMkLst>
        </pc:spChg>
        <pc:spChg chg="add del mod">
          <ac:chgData name="Char Wang" userId="6b6e7535c948cbb7" providerId="LiveId" clId="{700B41EF-F84C-44C0-A7BF-1C07B221AB11}" dt="2023-12-04T07:19:40.495" v="2514" actId="478"/>
          <ac:spMkLst>
            <pc:docMk/>
            <pc:sldMk cId="2273848425" sldId="422"/>
            <ac:spMk id="33" creationId="{37E01CB8-B970-A203-EF2A-02B6EEB1496F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5" creationId="{9940280A-883A-4BAF-7445-0FA5101CF18A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7" creationId="{4C1206E1-1F11-4356-F70A-4D086B390FEE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9" creationId="{67337CE4-7529-7A51-2E48-C603F13B5439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41" creationId="{1082ACE0-9B10-2D1A-6B1D-4D9C7AF8F7B9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47" creationId="{AD4ED45B-3B16-E87B-F03D-0911517852C5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49" creationId="{05B22F45-71A8-3F78-33E9-593C047F655A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51" creationId="{A3352245-EBC2-1FB7-95A1-4E8988D03F66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53" creationId="{E2D61DD6-122B-3577-6731-D21303D2C461}"/>
          </ac:spMkLst>
        </pc:spChg>
        <pc:spChg chg="add del mod">
          <ac:chgData name="Char Wang" userId="6b6e7535c948cbb7" providerId="LiveId" clId="{700B41EF-F84C-44C0-A7BF-1C07B221AB11}" dt="2023-12-04T07:19:40.495" v="2514" actId="478"/>
          <ac:spMkLst>
            <pc:docMk/>
            <pc:sldMk cId="2273848425" sldId="422"/>
            <ac:spMk id="58" creationId="{5AB1EA4D-1119-6D9E-5B2E-0BF277BD2CCD}"/>
          </ac:spMkLst>
        </pc:spChg>
        <pc:picChg chg="del">
          <ac:chgData name="Char Wang" userId="6b6e7535c948cbb7" providerId="LiveId" clId="{700B41EF-F84C-44C0-A7BF-1C07B221AB11}" dt="2023-12-04T07:12:11.237" v="2259" actId="478"/>
          <ac:picMkLst>
            <pc:docMk/>
            <pc:sldMk cId="2273848425" sldId="422"/>
            <ac:picMk id="4" creationId="{77DA157E-E035-D983-36A1-9E829D769A82}"/>
          </ac:picMkLst>
        </pc:picChg>
        <pc:picChg chg="add mod">
          <ac:chgData name="Char Wang" userId="6b6e7535c948cbb7" providerId="LiveId" clId="{700B41EF-F84C-44C0-A7BF-1C07B221AB11}" dt="2023-12-04T07:12:38.595" v="2263" actId="1076"/>
          <ac:picMkLst>
            <pc:docMk/>
            <pc:sldMk cId="2273848425" sldId="422"/>
            <ac:picMk id="5" creationId="{B36DB016-FC89-C615-14AD-C52115B6B09D}"/>
          </ac:picMkLst>
        </pc:picChg>
        <pc:picChg chg="add mod">
          <ac:chgData name="Char Wang" userId="6b6e7535c948cbb7" providerId="LiveId" clId="{700B41EF-F84C-44C0-A7BF-1C07B221AB11}" dt="2023-12-04T07:13:49.002" v="2269" actId="1076"/>
          <ac:picMkLst>
            <pc:docMk/>
            <pc:sldMk cId="2273848425" sldId="422"/>
            <ac:picMk id="8" creationId="{727340F0-5828-23A4-3F76-F7523A4F5ED3}"/>
          </ac:picMkLst>
        </pc:picChg>
        <pc:picChg chg="add mod">
          <ac:chgData name="Char Wang" userId="6b6e7535c948cbb7" providerId="LiveId" clId="{700B41EF-F84C-44C0-A7BF-1C07B221AB11}" dt="2023-12-04T07:20:00.584" v="2517" actId="1076"/>
          <ac:picMkLst>
            <pc:docMk/>
            <pc:sldMk cId="2273848425" sldId="422"/>
            <ac:picMk id="14" creationId="{6382D4AD-8876-66D1-769E-67DC59F6415F}"/>
          </ac:picMkLst>
        </pc:picChg>
        <pc:picChg chg="del">
          <ac:chgData name="Char Wang" userId="6b6e7535c948cbb7" providerId="LiveId" clId="{700B41EF-F84C-44C0-A7BF-1C07B221AB11}" dt="2023-12-04T07:12:11.237" v="2259" actId="478"/>
          <ac:picMkLst>
            <pc:docMk/>
            <pc:sldMk cId="2273848425" sldId="422"/>
            <ac:picMk id="15" creationId="{0C99503B-2595-DFB0-9CA7-7A31C4EF739C}"/>
          </ac:picMkLst>
        </pc:picChg>
        <pc:picChg chg="del">
          <ac:chgData name="Char Wang" userId="6b6e7535c948cbb7" providerId="LiveId" clId="{700B41EF-F84C-44C0-A7BF-1C07B221AB11}" dt="2023-12-04T07:12:11.237" v="2259" actId="478"/>
          <ac:picMkLst>
            <pc:docMk/>
            <pc:sldMk cId="2273848425" sldId="422"/>
            <ac:picMk id="17" creationId="{AEC3B896-3660-B9F2-10E5-C5B0F22291C2}"/>
          </ac:picMkLst>
        </pc:picChg>
        <pc:picChg chg="add mod">
          <ac:chgData name="Char Wang" userId="6b6e7535c948cbb7" providerId="LiveId" clId="{700B41EF-F84C-44C0-A7BF-1C07B221AB11}" dt="2023-12-04T07:21:38.973" v="2519" actId="207"/>
          <ac:picMkLst>
            <pc:docMk/>
            <pc:sldMk cId="2273848425" sldId="422"/>
            <ac:picMk id="23" creationId="{4F871767-DBAC-EAF0-41D7-54F9975E0C73}"/>
          </ac:picMkLst>
        </pc:picChg>
        <pc:picChg chg="add mod">
          <ac:chgData name="Char Wang" userId="6b6e7535c948cbb7" providerId="LiveId" clId="{700B41EF-F84C-44C0-A7BF-1C07B221AB11}" dt="2023-12-04T07:21:45.404" v="2520" actId="207"/>
          <ac:picMkLst>
            <pc:docMk/>
            <pc:sldMk cId="2273848425" sldId="422"/>
            <ac:picMk id="25" creationId="{63E48818-D662-D5AA-33B1-51B2E7440194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28" creationId="{16B1BAB5-5799-A493-3FD1-0FDB3EA04073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29" creationId="{98D88B0B-F451-3CBA-A0AF-C697349ED0E6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34" creationId="{D8260D8A-3F40-28EC-23E4-7D583E207E4A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36" creationId="{8100ECC1-D760-D25A-48D1-8A53989D3C4C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38" creationId="{4B1529C5-14A9-DE66-7112-CCDD496CFA26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40" creationId="{9F45C65B-255E-F76E-F056-425B4BC04147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46" creationId="{EB02ADFA-9AF0-777F-6AF3-F9B23F1B698A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48" creationId="{ECA9DBAB-78FC-F9AB-6F4B-295695F5C80A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50" creationId="{154849BC-8847-5A35-5452-1CD666EF7EBE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52" creationId="{92B68EB4-74CC-5304-74F4-6B0BA8A8A18D}"/>
          </ac:picMkLst>
        </pc:pic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31" creationId="{7C29CE24-95F4-DD21-44F8-C11DC00EBABC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32" creationId="{984428E6-1C14-06C8-A171-42C2978A6A49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2" creationId="{5C4549B1-C9EF-25D1-4E25-C1830AADAE5D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3" creationId="{71834E63-8EA7-2E1A-2B28-62567EB40B89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4" creationId="{01D4CC9D-3E98-1D18-196B-34CB7425F1E2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5" creationId="{01D0CED6-42BE-F9BC-0C37-1EA5F69398C0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4" creationId="{D51EF020-CEF5-E218-E836-85C758A8339C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5" creationId="{E174F6AB-56E8-C239-1540-999C43EE7AA2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6" creationId="{55F9A531-CA49-C39A-996A-13482CB217B4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7" creationId="{D29C4D33-20BC-B744-478E-583AD499484D}"/>
          </ac:cxnSpMkLst>
        </pc:cxnChg>
      </pc:sldChg>
      <pc:sldChg chg="new del">
        <pc:chgData name="Char Wang" userId="6b6e7535c948cbb7" providerId="LiveId" clId="{700B41EF-F84C-44C0-A7BF-1C07B221AB11}" dt="2023-12-05T05:53:12.402" v="2555" actId="680"/>
        <pc:sldMkLst>
          <pc:docMk/>
          <pc:sldMk cId="2775486547" sldId="423"/>
        </pc:sldMkLst>
      </pc:sldChg>
      <pc:sldChg chg="addSp delSp modSp add mod ord">
        <pc:chgData name="Char Wang" userId="6b6e7535c948cbb7" providerId="LiveId" clId="{700B41EF-F84C-44C0-A7BF-1C07B221AB11}" dt="2023-12-05T06:23:56.471" v="2829"/>
        <pc:sldMkLst>
          <pc:docMk/>
          <pc:sldMk cId="2960753117" sldId="423"/>
        </pc:sldMkLst>
        <pc:spChg chg="mod">
          <ac:chgData name="Char Wang" userId="6b6e7535c948cbb7" providerId="LiveId" clId="{700B41EF-F84C-44C0-A7BF-1C07B221AB11}" dt="2023-12-05T05:53:45.994" v="2580" actId="20577"/>
          <ac:spMkLst>
            <pc:docMk/>
            <pc:sldMk cId="2960753117" sldId="423"/>
            <ac:spMk id="3" creationId="{00000000-0000-0000-0000-000000000000}"/>
          </ac:spMkLst>
        </pc:spChg>
        <pc:spChg chg="add del mod">
          <ac:chgData name="Char Wang" userId="6b6e7535c948cbb7" providerId="LiveId" clId="{700B41EF-F84C-44C0-A7BF-1C07B221AB11}" dt="2023-12-05T06:16:23.191" v="2755" actId="478"/>
          <ac:spMkLst>
            <pc:docMk/>
            <pc:sldMk cId="2960753117" sldId="423"/>
            <ac:spMk id="8" creationId="{80C8FA1C-B920-65D0-1486-5413D56B4D39}"/>
          </ac:spMkLst>
        </pc:spChg>
        <pc:spChg chg="add del mod">
          <ac:chgData name="Char Wang" userId="6b6e7535c948cbb7" providerId="LiveId" clId="{700B41EF-F84C-44C0-A7BF-1C07B221AB11}" dt="2023-12-05T06:16:30.713" v="2756" actId="478"/>
          <ac:spMkLst>
            <pc:docMk/>
            <pc:sldMk cId="2960753117" sldId="423"/>
            <ac:spMk id="12" creationId="{21F03846-B3BF-3C9D-098B-7E4D8231BA8B}"/>
          </ac:spMkLst>
        </pc:spChg>
        <pc:spChg chg="add mod">
          <ac:chgData name="Char Wang" userId="6b6e7535c948cbb7" providerId="LiveId" clId="{700B41EF-F84C-44C0-A7BF-1C07B221AB11}" dt="2023-12-05T06:20:35.986" v="2784" actId="1076"/>
          <ac:spMkLst>
            <pc:docMk/>
            <pc:sldMk cId="2960753117" sldId="423"/>
            <ac:spMk id="13" creationId="{3DC61D3D-5E68-6B55-30B0-79B7D18183A5}"/>
          </ac:spMkLst>
        </pc:spChg>
        <pc:spChg chg="add mod">
          <ac:chgData name="Char Wang" userId="6b6e7535c948cbb7" providerId="LiveId" clId="{700B41EF-F84C-44C0-A7BF-1C07B221AB11}" dt="2023-12-05T06:21:14.612" v="2824" actId="20577"/>
          <ac:spMkLst>
            <pc:docMk/>
            <pc:sldMk cId="2960753117" sldId="423"/>
            <ac:spMk id="17" creationId="{7B24AFEC-B23B-74EB-9315-84BD7434657D}"/>
          </ac:spMkLst>
        </pc:spChg>
        <pc:spChg chg="add mod">
          <ac:chgData name="Char Wang" userId="6b6e7535c948cbb7" providerId="LiveId" clId="{700B41EF-F84C-44C0-A7BF-1C07B221AB11}" dt="2023-12-05T06:21:40.499" v="2827" actId="14100"/>
          <ac:spMkLst>
            <pc:docMk/>
            <pc:sldMk cId="2960753117" sldId="423"/>
            <ac:spMk id="18" creationId="{1E2135FC-5796-6E5A-9A0B-7BC3BCE2DD4F}"/>
          </ac:spMkLst>
        </pc:spChg>
        <pc:picChg chg="add del mod">
          <ac:chgData name="Char Wang" userId="6b6e7535c948cbb7" providerId="LiveId" clId="{700B41EF-F84C-44C0-A7BF-1C07B221AB11}" dt="2023-12-05T06:16:23.191" v="2755" actId="478"/>
          <ac:picMkLst>
            <pc:docMk/>
            <pc:sldMk cId="2960753117" sldId="423"/>
            <ac:picMk id="4" creationId="{7AAE7777-5D30-D004-F177-12255AEDBB88}"/>
          </ac:picMkLst>
        </pc:picChg>
        <pc:picChg chg="del">
          <ac:chgData name="Char Wang" userId="6b6e7535c948cbb7" providerId="LiveId" clId="{700B41EF-F84C-44C0-A7BF-1C07B221AB11}" dt="2023-12-05T05:53:49.868" v="2581" actId="478"/>
          <ac:picMkLst>
            <pc:docMk/>
            <pc:sldMk cId="2960753117" sldId="423"/>
            <ac:picMk id="5" creationId="{2D82E699-907C-3630-9F6D-B3B5B7E3F08E}"/>
          </ac:picMkLst>
        </pc:picChg>
        <pc:picChg chg="del">
          <ac:chgData name="Char Wang" userId="6b6e7535c948cbb7" providerId="LiveId" clId="{700B41EF-F84C-44C0-A7BF-1C07B221AB11}" dt="2023-12-05T05:53:49.868" v="2581" actId="478"/>
          <ac:picMkLst>
            <pc:docMk/>
            <pc:sldMk cId="2960753117" sldId="423"/>
            <ac:picMk id="7" creationId="{EA8181C9-C092-97CF-5DA2-B0AC11BFD0F3}"/>
          </ac:picMkLst>
        </pc:picChg>
        <pc:picChg chg="add del mod">
          <ac:chgData name="Char Wang" userId="6b6e7535c948cbb7" providerId="LiveId" clId="{700B41EF-F84C-44C0-A7BF-1C07B221AB11}" dt="2023-12-05T06:16:30.713" v="2756" actId="478"/>
          <ac:picMkLst>
            <pc:docMk/>
            <pc:sldMk cId="2960753117" sldId="423"/>
            <ac:picMk id="9" creationId="{E9E4BDAE-D3DE-D071-31E5-75DA5ACAD61A}"/>
          </ac:picMkLst>
        </pc:picChg>
        <pc:picChg chg="add del mod modCrop">
          <ac:chgData name="Char Wang" userId="6b6e7535c948cbb7" providerId="LiveId" clId="{700B41EF-F84C-44C0-A7BF-1C07B221AB11}" dt="2023-12-05T06:16:30.713" v="2756" actId="478"/>
          <ac:picMkLst>
            <pc:docMk/>
            <pc:sldMk cId="2960753117" sldId="423"/>
            <ac:picMk id="11" creationId="{78397980-C343-E02C-2558-F63E024300FB}"/>
          </ac:picMkLst>
        </pc:picChg>
        <pc:picChg chg="add mod modCrop">
          <ac:chgData name="Char Wang" userId="6b6e7535c948cbb7" providerId="LiveId" clId="{700B41EF-F84C-44C0-A7BF-1C07B221AB11}" dt="2023-12-05T06:20:35.986" v="2784" actId="1076"/>
          <ac:picMkLst>
            <pc:docMk/>
            <pc:sldMk cId="2960753117" sldId="423"/>
            <ac:picMk id="14" creationId="{E748A742-52D0-C519-811B-2371BECE5DD8}"/>
          </ac:picMkLst>
        </pc:picChg>
        <pc:picChg chg="add mod">
          <ac:chgData name="Char Wang" userId="6b6e7535c948cbb7" providerId="LiveId" clId="{700B41EF-F84C-44C0-A7BF-1C07B221AB11}" dt="2023-12-05T06:20:27.686" v="2783" actId="1076"/>
          <ac:picMkLst>
            <pc:docMk/>
            <pc:sldMk cId="2960753117" sldId="423"/>
            <ac:picMk id="16" creationId="{46BC199D-933A-2D2F-1E22-3221117CAB4D}"/>
          </ac:picMkLst>
        </pc:picChg>
      </pc:sldChg>
      <pc:sldChg chg="delSp modSp add mod ord">
        <pc:chgData name="Char Wang" userId="6b6e7535c948cbb7" providerId="LiveId" clId="{700B41EF-F84C-44C0-A7BF-1C07B221AB11}" dt="2023-12-05T06:48:03.140" v="2867" actId="1076"/>
        <pc:sldMkLst>
          <pc:docMk/>
          <pc:sldMk cId="2868469935" sldId="424"/>
        </pc:sldMkLst>
        <pc:spChg chg="mod">
          <ac:chgData name="Char Wang" userId="6b6e7535c948cbb7" providerId="LiveId" clId="{700B41EF-F84C-44C0-A7BF-1C07B221AB11}" dt="2023-12-05T06:48:03.140" v="2867" actId="1076"/>
          <ac:spMkLst>
            <pc:docMk/>
            <pc:sldMk cId="2868469935" sldId="424"/>
            <ac:spMk id="12" creationId="{21F03846-B3BF-3C9D-098B-7E4D8231BA8B}"/>
          </ac:spMkLst>
        </pc:spChg>
        <pc:spChg chg="del">
          <ac:chgData name="Char Wang" userId="6b6e7535c948cbb7" providerId="LiveId" clId="{700B41EF-F84C-44C0-A7BF-1C07B221AB11}" dt="2023-12-05T06:24:42.827" v="2832" actId="478"/>
          <ac:spMkLst>
            <pc:docMk/>
            <pc:sldMk cId="2868469935" sldId="424"/>
            <ac:spMk id="13" creationId="{3DC61D3D-5E68-6B55-30B0-79B7D18183A5}"/>
          </ac:spMkLst>
        </pc:spChg>
        <pc:picChg chg="mod">
          <ac:chgData name="Char Wang" userId="6b6e7535c948cbb7" providerId="LiveId" clId="{700B41EF-F84C-44C0-A7BF-1C07B221AB11}" dt="2023-12-05T06:48:03.140" v="2867" actId="1076"/>
          <ac:picMkLst>
            <pc:docMk/>
            <pc:sldMk cId="2868469935" sldId="424"/>
            <ac:picMk id="9" creationId="{E9E4BDAE-D3DE-D071-31E5-75DA5ACAD61A}"/>
          </ac:picMkLst>
        </pc:picChg>
        <pc:picChg chg="mod">
          <ac:chgData name="Char Wang" userId="6b6e7535c948cbb7" providerId="LiveId" clId="{700B41EF-F84C-44C0-A7BF-1C07B221AB11}" dt="2023-12-05T06:48:03.140" v="2867" actId="1076"/>
          <ac:picMkLst>
            <pc:docMk/>
            <pc:sldMk cId="2868469935" sldId="424"/>
            <ac:picMk id="11" creationId="{78397980-C343-E02C-2558-F63E024300FB}"/>
          </ac:picMkLst>
        </pc:picChg>
        <pc:picChg chg="del">
          <ac:chgData name="Char Wang" userId="6b6e7535c948cbb7" providerId="LiveId" clId="{700B41EF-F84C-44C0-A7BF-1C07B221AB11}" dt="2023-12-05T06:24:42.827" v="2832" actId="478"/>
          <ac:picMkLst>
            <pc:docMk/>
            <pc:sldMk cId="2868469935" sldId="424"/>
            <ac:picMk id="14" creationId="{E748A742-52D0-C519-811B-2371BECE5DD8}"/>
          </ac:picMkLst>
        </pc:picChg>
      </pc:sldChg>
      <pc:sldChg chg="addSp delSp modSp add mod">
        <pc:chgData name="Char Wang" userId="6b6e7535c948cbb7" providerId="LiveId" clId="{700B41EF-F84C-44C0-A7BF-1C07B221AB11}" dt="2023-12-08T06:08:13.113" v="3033" actId="20577"/>
        <pc:sldMkLst>
          <pc:docMk/>
          <pc:sldMk cId="773487346" sldId="425"/>
        </pc:sldMkLst>
        <pc:spChg chg="mod">
          <ac:chgData name="Char Wang" userId="6b6e7535c948cbb7" providerId="LiveId" clId="{700B41EF-F84C-44C0-A7BF-1C07B221AB11}" dt="2023-12-08T06:00:44.301" v="2900" actId="20577"/>
          <ac:spMkLst>
            <pc:docMk/>
            <pc:sldMk cId="773487346" sldId="425"/>
            <ac:spMk id="3" creationId="{00000000-0000-0000-0000-000000000000}"/>
          </ac:spMkLst>
        </pc:spChg>
        <pc:spChg chg="add del mod">
          <ac:chgData name="Char Wang" userId="6b6e7535c948cbb7" providerId="LiveId" clId="{700B41EF-F84C-44C0-A7BF-1C07B221AB11}" dt="2023-12-08T06:01:58.888" v="2944"/>
          <ac:spMkLst>
            <pc:docMk/>
            <pc:sldMk cId="773487346" sldId="425"/>
            <ac:spMk id="6" creationId="{42E384F5-3209-FF42-38B6-24AFF3ACA585}"/>
          </ac:spMkLst>
        </pc:spChg>
        <pc:spChg chg="mod">
          <ac:chgData name="Char Wang" userId="6b6e7535c948cbb7" providerId="LiveId" clId="{700B41EF-F84C-44C0-A7BF-1C07B221AB11}" dt="2023-12-08T06:01:43.984" v="2941" actId="1037"/>
          <ac:spMkLst>
            <pc:docMk/>
            <pc:sldMk cId="773487346" sldId="425"/>
            <ac:spMk id="11" creationId="{D279D4B9-36E8-91E8-A18F-2D90A9EE1080}"/>
          </ac:spMkLst>
        </pc:spChg>
        <pc:spChg chg="mod">
          <ac:chgData name="Char Wang" userId="6b6e7535c948cbb7" providerId="LiveId" clId="{700B41EF-F84C-44C0-A7BF-1C07B221AB11}" dt="2023-12-08T06:02:44.185" v="2950" actId="20577"/>
          <ac:spMkLst>
            <pc:docMk/>
            <pc:sldMk cId="773487346" sldId="425"/>
            <ac:spMk id="13" creationId="{62A2D94D-60CB-BED8-6C28-8D49DB3D2D74}"/>
          </ac:spMkLst>
        </pc:spChg>
        <pc:spChg chg="mod">
          <ac:chgData name="Char Wang" userId="6b6e7535c948cbb7" providerId="LiveId" clId="{700B41EF-F84C-44C0-A7BF-1C07B221AB11}" dt="2023-12-08T06:02:51.034" v="2957" actId="20577"/>
          <ac:spMkLst>
            <pc:docMk/>
            <pc:sldMk cId="773487346" sldId="425"/>
            <ac:spMk id="15" creationId="{1D688D93-888A-6B72-5350-0F92326758B9}"/>
          </ac:spMkLst>
        </pc:spChg>
        <pc:spChg chg="del mod">
          <ac:chgData name="Char Wang" userId="6b6e7535c948cbb7" providerId="LiveId" clId="{700B41EF-F84C-44C0-A7BF-1C07B221AB11}" dt="2023-12-08T06:02:55.588" v="2958" actId="478"/>
          <ac:spMkLst>
            <pc:docMk/>
            <pc:sldMk cId="773487346" sldId="425"/>
            <ac:spMk id="17" creationId="{AA225046-A0F2-27A7-B9EC-B0290C960BE1}"/>
          </ac:spMkLst>
        </pc:spChg>
        <pc:spChg chg="del mod">
          <ac:chgData name="Char Wang" userId="6b6e7535c948cbb7" providerId="LiveId" clId="{700B41EF-F84C-44C0-A7BF-1C07B221AB11}" dt="2023-12-08T06:02:55.588" v="2958" actId="478"/>
          <ac:spMkLst>
            <pc:docMk/>
            <pc:sldMk cId="773487346" sldId="425"/>
            <ac:spMk id="19" creationId="{F03A0D75-C90D-D443-2D6C-FAF9BA3894C0}"/>
          </ac:spMkLst>
        </pc:spChg>
        <pc:spChg chg="mod">
          <ac:chgData name="Char Wang" userId="6b6e7535c948cbb7" providerId="LiveId" clId="{700B41EF-F84C-44C0-A7BF-1C07B221AB11}" dt="2023-12-08T06:02:05.708" v="2945"/>
          <ac:spMkLst>
            <pc:docMk/>
            <pc:sldMk cId="773487346" sldId="425"/>
            <ac:spMk id="21" creationId="{2758E8A1-B763-0FEF-441C-473D5FE80AF4}"/>
          </ac:spMkLst>
        </pc:spChg>
        <pc:spChg chg="add del mod">
          <ac:chgData name="Char Wang" userId="6b6e7535c948cbb7" providerId="LiveId" clId="{700B41EF-F84C-44C0-A7BF-1C07B221AB11}" dt="2023-12-08T06:04:03.626" v="2976" actId="1076"/>
          <ac:spMkLst>
            <pc:docMk/>
            <pc:sldMk cId="773487346" sldId="425"/>
            <ac:spMk id="23" creationId="{5AEE9139-9F86-A32A-4796-ADE1A49D6D27}"/>
          </ac:spMkLst>
        </pc:spChg>
        <pc:spChg chg="add del mod">
          <ac:chgData name="Char Wang" userId="6b6e7535c948cbb7" providerId="LiveId" clId="{700B41EF-F84C-44C0-A7BF-1C07B221AB11}" dt="2023-12-08T06:04:17.509" v="2979" actId="478"/>
          <ac:spMkLst>
            <pc:docMk/>
            <pc:sldMk cId="773487346" sldId="425"/>
            <ac:spMk id="25" creationId="{EAEE8633-78F8-B8F0-DE11-0D6BE9B58CA7}"/>
          </ac:spMkLst>
        </pc:spChg>
        <pc:spChg chg="del">
          <ac:chgData name="Char Wang" userId="6b6e7535c948cbb7" providerId="LiveId" clId="{700B41EF-F84C-44C0-A7BF-1C07B221AB11}" dt="2023-12-08T06:00:51.410" v="2901" actId="478"/>
          <ac:spMkLst>
            <pc:docMk/>
            <pc:sldMk cId="773487346" sldId="425"/>
            <ac:spMk id="29" creationId="{C15A8A55-E791-C625-F224-D8B6A02C088E}"/>
          </ac:spMkLst>
        </pc:spChg>
        <pc:spChg chg="del">
          <ac:chgData name="Char Wang" userId="6b6e7535c948cbb7" providerId="LiveId" clId="{700B41EF-F84C-44C0-A7BF-1C07B221AB11}" dt="2023-12-08T06:00:51.410" v="2901" actId="478"/>
          <ac:spMkLst>
            <pc:docMk/>
            <pc:sldMk cId="773487346" sldId="425"/>
            <ac:spMk id="30" creationId="{6D651100-408B-6D2D-5271-8C0947116424}"/>
          </ac:spMkLst>
        </pc:spChg>
        <pc:spChg chg="add mod">
          <ac:chgData name="Char Wang" userId="6b6e7535c948cbb7" providerId="LiveId" clId="{700B41EF-F84C-44C0-A7BF-1C07B221AB11}" dt="2023-12-08T06:04:42.272" v="2984" actId="14100"/>
          <ac:spMkLst>
            <pc:docMk/>
            <pc:sldMk cId="773487346" sldId="425"/>
            <ac:spMk id="36" creationId="{EB733450-F55A-A195-1008-756DA3339900}"/>
          </ac:spMkLst>
        </pc:spChg>
        <pc:spChg chg="add mod">
          <ac:chgData name="Char Wang" userId="6b6e7535c948cbb7" providerId="LiveId" clId="{700B41EF-F84C-44C0-A7BF-1C07B221AB11}" dt="2023-12-08T06:04:44.544" v="2985" actId="14100"/>
          <ac:spMkLst>
            <pc:docMk/>
            <pc:sldMk cId="773487346" sldId="425"/>
            <ac:spMk id="39" creationId="{A345BF21-119D-E068-4370-5703DDFE0AEC}"/>
          </ac:spMkLst>
        </pc:spChg>
        <pc:spChg chg="mod">
          <ac:chgData name="Char Wang" userId="6b6e7535c948cbb7" providerId="LiveId" clId="{700B41EF-F84C-44C0-A7BF-1C07B221AB11}" dt="2023-12-08T06:06:16.960" v="2989" actId="20577"/>
          <ac:spMkLst>
            <pc:docMk/>
            <pc:sldMk cId="773487346" sldId="425"/>
            <ac:spMk id="49" creationId="{EBA82CC6-5652-4824-8BEA-29E4F7AE9596}"/>
          </ac:spMkLst>
        </pc:spChg>
        <pc:spChg chg="mod">
          <ac:chgData name="Char Wang" userId="6b6e7535c948cbb7" providerId="LiveId" clId="{700B41EF-F84C-44C0-A7BF-1C07B221AB11}" dt="2023-12-08T06:08:13.113" v="3033" actId="20577"/>
          <ac:spMkLst>
            <pc:docMk/>
            <pc:sldMk cId="773487346" sldId="425"/>
            <ac:spMk id="50" creationId="{750790DE-A84A-61CC-E7C4-9841AB560291}"/>
          </ac:spMkLst>
        </pc:spChg>
        <pc:picChg chg="add mod">
          <ac:chgData name="Char Wang" userId="6b6e7535c948cbb7" providerId="LiveId" clId="{700B41EF-F84C-44C0-A7BF-1C07B221AB11}" dt="2023-12-08T06:03:53.509" v="2972" actId="1076"/>
          <ac:picMkLst>
            <pc:docMk/>
            <pc:sldMk cId="773487346" sldId="425"/>
            <ac:picMk id="7" creationId="{79E99767-EFB8-73E3-FCDF-CE7B793E9F58}"/>
          </ac:picMkLst>
        </pc:picChg>
        <pc:picChg chg="mod">
          <ac:chgData name="Char Wang" userId="6b6e7535c948cbb7" providerId="LiveId" clId="{700B41EF-F84C-44C0-A7BF-1C07B221AB11}" dt="2023-12-08T06:01:43.984" v="2941" actId="1037"/>
          <ac:picMkLst>
            <pc:docMk/>
            <pc:sldMk cId="773487346" sldId="425"/>
            <ac:picMk id="10" creationId="{D22DBE27-2406-3450-87DF-BB3AF29D4CC0}"/>
          </ac:picMkLst>
        </pc:picChg>
        <pc:picChg chg="mod">
          <ac:chgData name="Char Wang" userId="6b6e7535c948cbb7" providerId="LiveId" clId="{700B41EF-F84C-44C0-A7BF-1C07B221AB11}" dt="2023-12-08T06:01:43.984" v="2941" actId="1037"/>
          <ac:picMkLst>
            <pc:docMk/>
            <pc:sldMk cId="773487346" sldId="425"/>
            <ac:picMk id="12" creationId="{7BF4DD46-3611-07C3-626B-09D24B4B6E49}"/>
          </ac:picMkLst>
        </pc:picChg>
        <pc:picChg chg="mod">
          <ac:chgData name="Char Wang" userId="6b6e7535c948cbb7" providerId="LiveId" clId="{700B41EF-F84C-44C0-A7BF-1C07B221AB11}" dt="2023-12-08T06:01:43.984" v="2941" actId="1037"/>
          <ac:picMkLst>
            <pc:docMk/>
            <pc:sldMk cId="773487346" sldId="425"/>
            <ac:picMk id="14" creationId="{7036F1E8-4A1B-E850-2F61-0E76BF066F81}"/>
          </ac:picMkLst>
        </pc:picChg>
        <pc:picChg chg="del mod">
          <ac:chgData name="Char Wang" userId="6b6e7535c948cbb7" providerId="LiveId" clId="{700B41EF-F84C-44C0-A7BF-1C07B221AB11}" dt="2023-12-08T06:02:55.588" v="2958" actId="478"/>
          <ac:picMkLst>
            <pc:docMk/>
            <pc:sldMk cId="773487346" sldId="425"/>
            <ac:picMk id="16" creationId="{38D46EAD-27DC-6231-FF3D-F21D1A62A077}"/>
          </ac:picMkLst>
        </pc:picChg>
        <pc:picChg chg="del mod">
          <ac:chgData name="Char Wang" userId="6b6e7535c948cbb7" providerId="LiveId" clId="{700B41EF-F84C-44C0-A7BF-1C07B221AB11}" dt="2023-12-08T06:02:55.588" v="2958" actId="478"/>
          <ac:picMkLst>
            <pc:docMk/>
            <pc:sldMk cId="773487346" sldId="425"/>
            <ac:picMk id="18" creationId="{30C7C897-910D-FC45-5E8A-ED5A0CEF497D}"/>
          </ac:picMkLst>
        </pc:picChg>
        <pc:picChg chg="add del">
          <ac:chgData name="Char Wang" userId="6b6e7535c948cbb7" providerId="LiveId" clId="{700B41EF-F84C-44C0-A7BF-1C07B221AB11}" dt="2023-12-08T06:03:25.457" v="2964" actId="478"/>
          <ac:picMkLst>
            <pc:docMk/>
            <pc:sldMk cId="773487346" sldId="425"/>
            <ac:picMk id="22" creationId="{E2C0CFC7-DED4-0ACB-DFD9-B7F4164B7593}"/>
          </ac:picMkLst>
        </pc:picChg>
        <pc:picChg chg="add del">
          <ac:chgData name="Char Wang" userId="6b6e7535c948cbb7" providerId="LiveId" clId="{700B41EF-F84C-44C0-A7BF-1C07B221AB11}" dt="2023-12-08T06:03:23.134" v="2963" actId="478"/>
          <ac:picMkLst>
            <pc:docMk/>
            <pc:sldMk cId="773487346" sldId="425"/>
            <ac:picMk id="24" creationId="{507798BF-89F1-1AC0-51D1-49AD52EBCDA1}"/>
          </ac:picMkLst>
        </pc:picChg>
        <pc:picChg chg="add mod">
          <ac:chgData name="Char Wang" userId="6b6e7535c948cbb7" providerId="LiveId" clId="{700B41EF-F84C-44C0-A7BF-1C07B221AB11}" dt="2023-12-08T06:04:39.865" v="2983" actId="1076"/>
          <ac:picMkLst>
            <pc:docMk/>
            <pc:sldMk cId="773487346" sldId="425"/>
            <ac:picMk id="34" creationId="{7490DEFE-189D-2B3E-E787-0AC7A48AAF28}"/>
          </ac:picMkLst>
        </pc:picChg>
        <pc:picChg chg="add mod">
          <ac:chgData name="Char Wang" userId="6b6e7535c948cbb7" providerId="LiveId" clId="{700B41EF-F84C-44C0-A7BF-1C07B221AB11}" dt="2023-12-08T06:04:39.865" v="2983" actId="1076"/>
          <ac:picMkLst>
            <pc:docMk/>
            <pc:sldMk cId="773487346" sldId="425"/>
            <ac:picMk id="37" creationId="{005EE6DA-1ADF-AC8A-E340-7CFF6F985CB8}"/>
          </ac:picMkLst>
        </pc:picChg>
        <pc:cxnChg chg="mod">
          <ac:chgData name="Char Wang" userId="6b6e7535c948cbb7" providerId="LiveId" clId="{700B41EF-F84C-44C0-A7BF-1C07B221AB11}" dt="2023-12-08T06:01:43.984" v="2941" actId="1037"/>
          <ac:cxnSpMkLst>
            <pc:docMk/>
            <pc:sldMk cId="773487346" sldId="425"/>
            <ac:cxnSpMk id="27" creationId="{A2A5A9B8-35BC-1D94-ED67-3490EB47C59E}"/>
          </ac:cxnSpMkLst>
        </pc:cxnChg>
        <pc:cxnChg chg="mod">
          <ac:chgData name="Char Wang" userId="6b6e7535c948cbb7" providerId="LiveId" clId="{700B41EF-F84C-44C0-A7BF-1C07B221AB11}" dt="2023-12-08T06:01:43.984" v="2941" actId="1037"/>
          <ac:cxnSpMkLst>
            <pc:docMk/>
            <pc:sldMk cId="773487346" sldId="425"/>
            <ac:cxnSpMk id="28" creationId="{35BE732B-19F2-CB38-C351-04596B33CAF9}"/>
          </ac:cxnSpMkLst>
        </pc:cxnChg>
        <pc:cxnChg chg="del mod">
          <ac:chgData name="Char Wang" userId="6b6e7535c948cbb7" providerId="LiveId" clId="{700B41EF-F84C-44C0-A7BF-1C07B221AB11}" dt="2023-12-08T06:03:00.027" v="2960" actId="478"/>
          <ac:cxnSpMkLst>
            <pc:docMk/>
            <pc:sldMk cId="773487346" sldId="425"/>
            <ac:cxnSpMk id="32" creationId="{510CDCE7-49FB-C8B3-BD19-395B5AD14AE3}"/>
          </ac:cxnSpMkLst>
        </pc:cxnChg>
        <pc:cxnChg chg="del mod">
          <ac:chgData name="Char Wang" userId="6b6e7535c948cbb7" providerId="LiveId" clId="{700B41EF-F84C-44C0-A7BF-1C07B221AB11}" dt="2023-12-08T06:02:58.838" v="2959" actId="478"/>
          <ac:cxnSpMkLst>
            <pc:docMk/>
            <pc:sldMk cId="773487346" sldId="425"/>
            <ac:cxnSpMk id="35" creationId="{CFDFF3B7-E718-809A-0D51-66118A44831A}"/>
          </ac:cxnSpMkLst>
        </pc:cxnChg>
        <pc:cxnChg chg="add del mod">
          <ac:chgData name="Char Wang" userId="6b6e7535c948cbb7" providerId="LiveId" clId="{700B41EF-F84C-44C0-A7BF-1C07B221AB11}" dt="2023-12-08T06:03:53.509" v="2972" actId="1076"/>
          <ac:cxnSpMkLst>
            <pc:docMk/>
            <pc:sldMk cId="773487346" sldId="425"/>
            <ac:cxnSpMk id="38" creationId="{3DD350D2-7F54-EC18-3D00-ACFFCE4B4D73}"/>
          </ac:cxnSpMkLst>
        </pc:cxnChg>
        <pc:cxnChg chg="add mod">
          <ac:chgData name="Char Wang" userId="6b6e7535c948cbb7" providerId="LiveId" clId="{700B41EF-F84C-44C0-A7BF-1C07B221AB11}" dt="2023-12-08T06:04:39.865" v="2983" actId="1076"/>
          <ac:cxnSpMkLst>
            <pc:docMk/>
            <pc:sldMk cId="773487346" sldId="425"/>
            <ac:cxnSpMk id="40" creationId="{83C202DA-1660-A978-7841-3C75CA276C76}"/>
          </ac:cxnSpMkLst>
        </pc:cxnChg>
        <pc:cxnChg chg="add del mod">
          <ac:chgData name="Char Wang" userId="6b6e7535c948cbb7" providerId="LiveId" clId="{700B41EF-F84C-44C0-A7BF-1C07B221AB11}" dt="2023-12-08T06:04:55.916" v="2986" actId="478"/>
          <ac:cxnSpMkLst>
            <pc:docMk/>
            <pc:sldMk cId="773487346" sldId="425"/>
            <ac:cxnSpMk id="41" creationId="{B478F20D-E469-D944-AED6-05EA6ABAA64E}"/>
          </ac:cxnSpMkLst>
        </pc:cxnChg>
        <pc:cxnChg chg="add mod">
          <ac:chgData name="Char Wang" userId="6b6e7535c948cbb7" providerId="LiveId" clId="{700B41EF-F84C-44C0-A7BF-1C07B221AB11}" dt="2023-12-08T06:04:39.865" v="2983" actId="1076"/>
          <ac:cxnSpMkLst>
            <pc:docMk/>
            <pc:sldMk cId="773487346" sldId="425"/>
            <ac:cxnSpMk id="42" creationId="{F0C0F7AD-FCF5-711B-E8E3-28B3FE32841C}"/>
          </ac:cxnSpMkLst>
        </pc:cxnChg>
      </pc:sldChg>
      <pc:sldChg chg="addSp delSp modSp add mod">
        <pc:chgData name="Char Wang" userId="6b6e7535c948cbb7" providerId="LiveId" clId="{700B41EF-F84C-44C0-A7BF-1C07B221AB11}" dt="2023-12-08T06:31:32.936" v="3435" actId="20577"/>
        <pc:sldMkLst>
          <pc:docMk/>
          <pc:sldMk cId="2918978776" sldId="426"/>
        </pc:sldMkLst>
        <pc:spChg chg="add mod">
          <ac:chgData name="Char Wang" userId="6b6e7535c948cbb7" providerId="LiveId" clId="{700B41EF-F84C-44C0-A7BF-1C07B221AB11}" dt="2023-12-08T06:22:18.456" v="3223" actId="1076"/>
          <ac:spMkLst>
            <pc:docMk/>
            <pc:sldMk cId="2918978776" sldId="426"/>
            <ac:spMk id="2" creationId="{E5E83BEB-56AD-3822-E4F3-A9E2BE316651}"/>
          </ac:spMkLst>
        </pc:spChg>
        <pc:spChg chg="mod">
          <ac:chgData name="Char Wang" userId="6b6e7535c948cbb7" providerId="LiveId" clId="{700B41EF-F84C-44C0-A7BF-1C07B221AB11}" dt="2023-12-08T06:31:32.936" v="3435" actId="20577"/>
          <ac:spMkLst>
            <pc:docMk/>
            <pc:sldMk cId="2918978776" sldId="426"/>
            <ac:spMk id="3" creationId="{00000000-0000-0000-0000-000000000000}"/>
          </ac:spMkLst>
        </pc:spChg>
        <pc:spChg chg="add mod">
          <ac:chgData name="Char Wang" userId="6b6e7535c948cbb7" providerId="LiveId" clId="{700B41EF-F84C-44C0-A7BF-1C07B221AB11}" dt="2023-12-08T06:26:30.941" v="3240" actId="1076"/>
          <ac:spMkLst>
            <pc:docMk/>
            <pc:sldMk cId="2918978776" sldId="426"/>
            <ac:spMk id="4" creationId="{8D33EBD0-60CE-7E8B-6B09-783499CA8B6C}"/>
          </ac:spMkLst>
        </pc:spChg>
        <pc:spChg chg="del mod">
          <ac:chgData name="Char Wang" userId="6b6e7535c948cbb7" providerId="LiveId" clId="{700B41EF-F84C-44C0-A7BF-1C07B221AB11}" dt="2023-12-08T06:21:53.718" v="3222" actId="478"/>
          <ac:spMkLst>
            <pc:docMk/>
            <pc:sldMk cId="2918978776" sldId="426"/>
            <ac:spMk id="7" creationId="{2CE60E39-5F76-4E54-4DD5-0869A99F3C69}"/>
          </ac:spMkLst>
        </pc:spChg>
        <pc:spChg chg="del">
          <ac:chgData name="Char Wang" userId="6b6e7535c948cbb7" providerId="LiveId" clId="{700B41EF-F84C-44C0-A7BF-1C07B221AB11}" dt="2023-12-08T06:17:07.688" v="3078" actId="478"/>
          <ac:spMkLst>
            <pc:docMk/>
            <pc:sldMk cId="2918978776" sldId="426"/>
            <ac:spMk id="9" creationId="{FD249CEA-83B3-598C-3CB4-8CCA2FE24C5A}"/>
          </ac:spMkLst>
        </pc:spChg>
        <pc:spChg chg="del">
          <ac:chgData name="Char Wang" userId="6b6e7535c948cbb7" providerId="LiveId" clId="{700B41EF-F84C-44C0-A7BF-1C07B221AB11}" dt="2023-12-08T06:17:14.274" v="3080" actId="478"/>
          <ac:spMkLst>
            <pc:docMk/>
            <pc:sldMk cId="2918978776" sldId="426"/>
            <ac:spMk id="10" creationId="{BAA747C0-E9E5-6E85-6D7E-21AB50481F4C}"/>
          </ac:spMkLst>
        </pc:spChg>
        <pc:spChg chg="del">
          <ac:chgData name="Char Wang" userId="6b6e7535c948cbb7" providerId="LiveId" clId="{700B41EF-F84C-44C0-A7BF-1C07B221AB11}" dt="2023-12-08T06:17:27.006" v="3086" actId="478"/>
          <ac:spMkLst>
            <pc:docMk/>
            <pc:sldMk cId="2918978776" sldId="426"/>
            <ac:spMk id="11" creationId="{9D942651-9D09-9A70-F136-F14C09E53B56}"/>
          </ac:spMkLst>
        </pc:spChg>
        <pc:spChg chg="del">
          <ac:chgData name="Char Wang" userId="6b6e7535c948cbb7" providerId="LiveId" clId="{700B41EF-F84C-44C0-A7BF-1C07B221AB11}" dt="2023-12-08T06:17:04.844" v="3077" actId="478"/>
          <ac:spMkLst>
            <pc:docMk/>
            <pc:sldMk cId="2918978776" sldId="426"/>
            <ac:spMk id="12" creationId="{C8676D2A-4493-2348-D94E-387AFE33F991}"/>
          </ac:spMkLst>
        </pc:spChg>
        <pc:spChg chg="del">
          <ac:chgData name="Char Wang" userId="6b6e7535c948cbb7" providerId="LiveId" clId="{700B41EF-F84C-44C0-A7BF-1C07B221AB11}" dt="2023-12-08T06:17:12.307" v="3079" actId="478"/>
          <ac:spMkLst>
            <pc:docMk/>
            <pc:sldMk cId="2918978776" sldId="426"/>
            <ac:spMk id="14" creationId="{F1ABDF79-71AF-A9BB-EE98-F290B28936DB}"/>
          </ac:spMkLst>
        </pc:spChg>
        <pc:spChg chg="add mod">
          <ac:chgData name="Char Wang" userId="6b6e7535c948cbb7" providerId="LiveId" clId="{700B41EF-F84C-44C0-A7BF-1C07B221AB11}" dt="2023-12-08T06:25:46.902" v="3234" actId="14100"/>
          <ac:spMkLst>
            <pc:docMk/>
            <pc:sldMk cId="2918978776" sldId="426"/>
            <ac:spMk id="16" creationId="{C2CD39D8-A7C8-5DE5-28FC-C3453F31C3D5}"/>
          </ac:spMkLst>
        </pc:spChg>
        <pc:spChg chg="add mod">
          <ac:chgData name="Char Wang" userId="6b6e7535c948cbb7" providerId="LiveId" clId="{700B41EF-F84C-44C0-A7BF-1C07B221AB11}" dt="2023-12-08T06:27:46.662" v="3298" actId="1076"/>
          <ac:spMkLst>
            <pc:docMk/>
            <pc:sldMk cId="2918978776" sldId="426"/>
            <ac:spMk id="20" creationId="{4C07DD30-AFDF-2840-B88E-4A33099FFC5E}"/>
          </ac:spMkLst>
        </pc:spChg>
        <pc:spChg chg="add mod">
          <ac:chgData name="Char Wang" userId="6b6e7535c948cbb7" providerId="LiveId" clId="{700B41EF-F84C-44C0-A7BF-1C07B221AB11}" dt="2023-12-08T06:28:59.853" v="3358" actId="20577"/>
          <ac:spMkLst>
            <pc:docMk/>
            <pc:sldMk cId="2918978776" sldId="426"/>
            <ac:spMk id="21" creationId="{220F8A52-E884-2634-36A0-4229AF78235D}"/>
          </ac:spMkLst>
        </pc:spChg>
        <pc:spChg chg="del">
          <ac:chgData name="Char Wang" userId="6b6e7535c948cbb7" providerId="LiveId" clId="{700B41EF-F84C-44C0-A7BF-1C07B221AB11}" dt="2023-12-08T06:17:16.089" v="3081" actId="478"/>
          <ac:spMkLst>
            <pc:docMk/>
            <pc:sldMk cId="2918978776" sldId="426"/>
            <ac:spMk id="22" creationId="{8D510975-9AF7-A74A-358A-82E80EEA8A56}"/>
          </ac:spMkLst>
        </pc:spChg>
        <pc:spChg chg="del">
          <ac:chgData name="Char Wang" userId="6b6e7535c948cbb7" providerId="LiveId" clId="{700B41EF-F84C-44C0-A7BF-1C07B221AB11}" dt="2023-12-08T06:17:20.814" v="3084" actId="478"/>
          <ac:spMkLst>
            <pc:docMk/>
            <pc:sldMk cId="2918978776" sldId="426"/>
            <ac:spMk id="23" creationId="{90CCED06-4681-C3F1-CF91-2C341F65CC06}"/>
          </ac:spMkLst>
        </pc:spChg>
        <pc:spChg chg="del">
          <ac:chgData name="Char Wang" userId="6b6e7535c948cbb7" providerId="LiveId" clId="{700B41EF-F84C-44C0-A7BF-1C07B221AB11}" dt="2023-12-08T06:17:04.844" v="3077" actId="478"/>
          <ac:spMkLst>
            <pc:docMk/>
            <pc:sldMk cId="2918978776" sldId="426"/>
            <ac:spMk id="24" creationId="{074D168B-7059-D58F-6094-D955006A1945}"/>
          </ac:spMkLst>
        </pc:spChg>
        <pc:spChg chg="add mod">
          <ac:chgData name="Char Wang" userId="6b6e7535c948cbb7" providerId="LiveId" clId="{700B41EF-F84C-44C0-A7BF-1C07B221AB11}" dt="2023-12-08T06:30:48.400" v="3410" actId="20577"/>
          <ac:spMkLst>
            <pc:docMk/>
            <pc:sldMk cId="2918978776" sldId="426"/>
            <ac:spMk id="25" creationId="{1E01DD19-461D-F6F4-1124-F330261A7C19}"/>
          </ac:spMkLst>
        </pc:spChg>
        <pc:spChg chg="del">
          <ac:chgData name="Char Wang" userId="6b6e7535c948cbb7" providerId="LiveId" clId="{700B41EF-F84C-44C0-A7BF-1C07B221AB11}" dt="2023-12-08T06:17:04.844" v="3077" actId="478"/>
          <ac:spMkLst>
            <pc:docMk/>
            <pc:sldMk cId="2918978776" sldId="426"/>
            <ac:spMk id="27" creationId="{02696744-EAB1-3D7F-426D-A4F08FACC4DF}"/>
          </ac:spMkLst>
        </pc:spChg>
        <pc:spChg chg="del">
          <ac:chgData name="Char Wang" userId="6b6e7535c948cbb7" providerId="LiveId" clId="{700B41EF-F84C-44C0-A7BF-1C07B221AB11}" dt="2023-12-08T06:18:50.850" v="3090" actId="478"/>
          <ac:spMkLst>
            <pc:docMk/>
            <pc:sldMk cId="2918978776" sldId="426"/>
            <ac:spMk id="29" creationId="{89515B55-CDF7-9677-AE3A-2B309426F80F}"/>
          </ac:spMkLst>
        </pc:spChg>
        <pc:spChg chg="del">
          <ac:chgData name="Char Wang" userId="6b6e7535c948cbb7" providerId="LiveId" clId="{700B41EF-F84C-44C0-A7BF-1C07B221AB11}" dt="2023-12-08T06:17:25.105" v="3085" actId="478"/>
          <ac:spMkLst>
            <pc:docMk/>
            <pc:sldMk cId="2918978776" sldId="426"/>
            <ac:spMk id="30" creationId="{C3B98F05-F116-82C8-9FA7-066D780FCE32}"/>
          </ac:spMkLst>
        </pc:spChg>
        <pc:picChg chg="add del mod modCrop">
          <ac:chgData name="Char Wang" userId="6b6e7535c948cbb7" providerId="LiveId" clId="{700B41EF-F84C-44C0-A7BF-1C07B221AB11}" dt="2023-12-08T06:22:18.456" v="3223" actId="1076"/>
          <ac:picMkLst>
            <pc:docMk/>
            <pc:sldMk cId="2918978776" sldId="426"/>
            <ac:picMk id="6" creationId="{8428E2F3-B043-3BEA-ABAC-822D25D0624B}"/>
          </ac:picMkLst>
        </pc:picChg>
        <pc:picChg chg="add mod">
          <ac:chgData name="Char Wang" userId="6b6e7535c948cbb7" providerId="LiveId" clId="{700B41EF-F84C-44C0-A7BF-1C07B221AB11}" dt="2023-12-08T06:26:00.457" v="3236" actId="208"/>
          <ac:picMkLst>
            <pc:docMk/>
            <pc:sldMk cId="2918978776" sldId="426"/>
            <ac:picMk id="8" creationId="{F45B8D1E-DF45-36AB-6F9B-F40B0D506510}"/>
          </ac:picMkLst>
        </pc:picChg>
        <pc:picChg chg="del">
          <ac:chgData name="Char Wang" userId="6b6e7535c948cbb7" providerId="LiveId" clId="{700B41EF-F84C-44C0-A7BF-1C07B221AB11}" dt="2023-12-08T06:17:12.307" v="3079" actId="478"/>
          <ac:picMkLst>
            <pc:docMk/>
            <pc:sldMk cId="2918978776" sldId="426"/>
            <ac:picMk id="13" creationId="{15F4E78D-F930-DBB4-2A01-CA2CA9470E8F}"/>
          </ac:picMkLst>
        </pc:picChg>
        <pc:cxnChg chg="del mod">
          <ac:chgData name="Char Wang" userId="6b6e7535c948cbb7" providerId="LiveId" clId="{700B41EF-F84C-44C0-A7BF-1C07B221AB11}" dt="2023-12-08T06:17:12.307" v="3079" actId="478"/>
          <ac:cxnSpMkLst>
            <pc:docMk/>
            <pc:sldMk cId="2918978776" sldId="426"/>
            <ac:cxnSpMk id="15" creationId="{09154263-78C1-31AE-9AC0-7C3BDBD9B1C5}"/>
          </ac:cxnSpMkLst>
        </pc:cxnChg>
        <pc:cxnChg chg="del mod">
          <ac:chgData name="Char Wang" userId="6b6e7535c948cbb7" providerId="LiveId" clId="{700B41EF-F84C-44C0-A7BF-1C07B221AB11}" dt="2023-12-08T06:17:12.307" v="3079" actId="478"/>
          <ac:cxnSpMkLst>
            <pc:docMk/>
            <pc:sldMk cId="2918978776" sldId="426"/>
            <ac:cxnSpMk id="18" creationId="{B6990780-4E5C-DE87-B345-6370C8137B4A}"/>
          </ac:cxnSpMkLst>
        </pc:cxnChg>
        <pc:cxnChg chg="add mod">
          <ac:chgData name="Char Wang" userId="6b6e7535c948cbb7" providerId="LiveId" clId="{700B41EF-F84C-44C0-A7BF-1C07B221AB11}" dt="2023-12-08T06:26:13.681" v="3238" actId="13822"/>
          <ac:cxnSpMkLst>
            <pc:docMk/>
            <pc:sldMk cId="2918978776" sldId="426"/>
            <ac:cxnSpMk id="19" creationId="{B6D97415-26BD-F648-9D7C-13BDF26B4F31}"/>
          </ac:cxnSpMkLst>
        </pc:cxnChg>
        <pc:cxnChg chg="del">
          <ac:chgData name="Char Wang" userId="6b6e7535c948cbb7" providerId="LiveId" clId="{700B41EF-F84C-44C0-A7BF-1C07B221AB11}" dt="2023-12-08T06:17:04.844" v="3077" actId="478"/>
          <ac:cxnSpMkLst>
            <pc:docMk/>
            <pc:sldMk cId="2918978776" sldId="426"/>
            <ac:cxnSpMk id="26" creationId="{7484004F-7676-B0A6-FFB6-583230B4AAD4}"/>
          </ac:cxnSpMkLst>
        </pc:cxnChg>
        <pc:cxnChg chg="del">
          <ac:chgData name="Char Wang" userId="6b6e7535c948cbb7" providerId="LiveId" clId="{700B41EF-F84C-44C0-A7BF-1C07B221AB11}" dt="2023-12-08T06:17:04.844" v="3077" actId="478"/>
          <ac:cxnSpMkLst>
            <pc:docMk/>
            <pc:sldMk cId="2918978776" sldId="426"/>
            <ac:cxnSpMk id="28" creationId="{D5E66CBA-7035-B3C3-2C3C-FE8EC7430872}"/>
          </ac:cxnSpMkLst>
        </pc:cxnChg>
      </pc:sldChg>
      <pc:sldChg chg="addSp delSp modSp add mod">
        <pc:chgData name="Char Wang" userId="6b6e7535c948cbb7" providerId="LiveId" clId="{700B41EF-F84C-44C0-A7BF-1C07B221AB11}" dt="2023-12-08T06:52:07.295" v="3753" actId="20577"/>
        <pc:sldMkLst>
          <pc:docMk/>
          <pc:sldMk cId="949565924" sldId="427"/>
        </pc:sldMkLst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2" creationId="{972D2CBF-60F4-7EF3-2998-89BD77B14E44}"/>
          </ac:spMkLst>
        </pc:spChg>
        <pc:spChg chg="mod">
          <ac:chgData name="Char Wang" userId="6b6e7535c948cbb7" providerId="LiveId" clId="{700B41EF-F84C-44C0-A7BF-1C07B221AB11}" dt="2023-12-08T06:35:40.640" v="3462" actId="20577"/>
          <ac:spMkLst>
            <pc:docMk/>
            <pc:sldMk cId="949565924" sldId="427"/>
            <ac:spMk id="3" creationId="{00000000-0000-0000-0000-000000000000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4" creationId="{3838C558-40F9-A065-A9DD-C4962B25BCF9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5" creationId="{D4A110E0-E1B2-D29F-9600-B05D310484CF}"/>
          </ac:spMkLst>
        </pc:spChg>
        <pc:spChg chg="add mod">
          <ac:chgData name="Char Wang" userId="6b6e7535c948cbb7" providerId="LiveId" clId="{700B41EF-F84C-44C0-A7BF-1C07B221AB11}" dt="2023-12-08T06:48:30.121" v="3742" actId="1076"/>
          <ac:spMkLst>
            <pc:docMk/>
            <pc:sldMk cId="949565924" sldId="427"/>
            <ac:spMk id="6" creationId="{0AE2A1C5-E0DF-184F-BB22-4DABAD7E42FF}"/>
          </ac:spMkLst>
        </pc:spChg>
        <pc:spChg chg="add mod">
          <ac:chgData name="Char Wang" userId="6b6e7535c948cbb7" providerId="LiveId" clId="{700B41EF-F84C-44C0-A7BF-1C07B221AB11}" dt="2023-12-08T06:48:30.121" v="3742" actId="1076"/>
          <ac:spMkLst>
            <pc:docMk/>
            <pc:sldMk cId="949565924" sldId="427"/>
            <ac:spMk id="7" creationId="{97E8A0FC-E049-3FC7-BFB1-6EEA618E5B31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9" creationId="{AC1344DD-C3B3-1B15-1AF3-768F65D12BA2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11" creationId="{D279D4B9-36E8-91E8-A18F-2D90A9EE1080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13" creationId="{62A2D94D-60CB-BED8-6C28-8D49DB3D2D74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15" creationId="{1D688D93-888A-6B72-5350-0F92326758B9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17" creationId="{AA225046-A0F2-27A7-B9EC-B0290C960BE1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19" creationId="{F03A0D75-C90D-D443-2D6C-FAF9BA3894C0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21" creationId="{2758E8A1-B763-0FEF-441C-473D5FE80AF4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23" creationId="{5AEE9139-9F86-A32A-4796-ADE1A49D6D27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25" creationId="{EAEE8633-78F8-B8F0-DE11-0D6BE9B58CA7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29" creationId="{C15A8A55-E791-C625-F224-D8B6A02C088E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30" creationId="{6D651100-408B-6D2D-5271-8C0947116424}"/>
          </ac:spMkLst>
        </pc:spChg>
        <pc:spChg chg="add mod">
          <ac:chgData name="Char Wang" userId="6b6e7535c948cbb7" providerId="LiveId" clId="{700B41EF-F84C-44C0-A7BF-1C07B221AB11}" dt="2023-12-08T06:48:30.121" v="3742" actId="1076"/>
          <ac:spMkLst>
            <pc:docMk/>
            <pc:sldMk cId="949565924" sldId="427"/>
            <ac:spMk id="31" creationId="{778FB66D-9D5D-8D58-3D04-E1C100FF40DC}"/>
          </ac:spMkLst>
        </pc:spChg>
        <pc:spChg chg="add mod">
          <ac:chgData name="Char Wang" userId="6b6e7535c948cbb7" providerId="LiveId" clId="{700B41EF-F84C-44C0-A7BF-1C07B221AB11}" dt="2023-12-08T06:52:07.295" v="3753" actId="20577"/>
          <ac:spMkLst>
            <pc:docMk/>
            <pc:sldMk cId="949565924" sldId="427"/>
            <ac:spMk id="33" creationId="{44E1B2B3-867D-243D-5632-1ABA6E89E1DF}"/>
          </ac:spMkLst>
        </pc:spChg>
        <pc:spChg chg="add mod">
          <ac:chgData name="Char Wang" userId="6b6e7535c948cbb7" providerId="LiveId" clId="{700B41EF-F84C-44C0-A7BF-1C07B221AB11}" dt="2023-12-08T06:48:30.121" v="3742" actId="1076"/>
          <ac:spMkLst>
            <pc:docMk/>
            <pc:sldMk cId="949565924" sldId="427"/>
            <ac:spMk id="34" creationId="{01D3F233-5A29-A884-839E-9A5E05EB46F7}"/>
          </ac:spMkLst>
        </pc:spChg>
        <pc:spChg chg="add mod">
          <ac:chgData name="Char Wang" userId="6b6e7535c948cbb7" providerId="LiveId" clId="{700B41EF-F84C-44C0-A7BF-1C07B221AB11}" dt="2023-12-08T06:48:30.121" v="3742" actId="1076"/>
          <ac:spMkLst>
            <pc:docMk/>
            <pc:sldMk cId="949565924" sldId="427"/>
            <ac:spMk id="36" creationId="{1ED03908-C370-9F16-EA8D-C05335FA4649}"/>
          </ac:spMkLst>
        </pc:spChg>
        <pc:spChg chg="add mod">
          <ac:chgData name="Char Wang" userId="6b6e7535c948cbb7" providerId="LiveId" clId="{700B41EF-F84C-44C0-A7BF-1C07B221AB11}" dt="2023-12-08T06:48:30.121" v="3742" actId="1076"/>
          <ac:spMkLst>
            <pc:docMk/>
            <pc:sldMk cId="949565924" sldId="427"/>
            <ac:spMk id="37" creationId="{C3A98A56-7C91-29DF-B309-10627E98E57B}"/>
          </ac:spMkLst>
        </pc:spChg>
        <pc:spChg chg="add mod">
          <ac:chgData name="Char Wang" userId="6b6e7535c948cbb7" providerId="LiveId" clId="{700B41EF-F84C-44C0-A7BF-1C07B221AB11}" dt="2023-12-08T06:48:30.121" v="3742" actId="1076"/>
          <ac:spMkLst>
            <pc:docMk/>
            <pc:sldMk cId="949565924" sldId="427"/>
            <ac:spMk id="39" creationId="{1B6322A1-B95D-536D-A9E7-D5E5C50180D2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44" creationId="{2BF6E037-43F2-2DDD-2577-4D2042875060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45" creationId="{32F71B6B-878A-B193-A171-5570FAA6C439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46" creationId="{84321E54-1662-7414-262E-61DBDAD82C15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47" creationId="{8731BEB2-8DF1-9188-2E5A-5010B9B01E0E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48" creationId="{9BD7BB4D-084E-EED7-A918-69FA98C99D1F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49" creationId="{EBA82CC6-5652-4824-8BEA-29E4F7AE9596}"/>
          </ac:spMkLst>
        </pc:spChg>
        <pc:spChg chg="del">
          <ac:chgData name="Char Wang" userId="6b6e7535c948cbb7" providerId="LiveId" clId="{700B41EF-F84C-44C0-A7BF-1C07B221AB11}" dt="2023-12-08T06:35:51.008" v="3463" actId="478"/>
          <ac:spMkLst>
            <pc:docMk/>
            <pc:sldMk cId="949565924" sldId="427"/>
            <ac:spMk id="50" creationId="{750790DE-A84A-61CC-E7C4-9841AB560291}"/>
          </ac:spMkLst>
        </pc:sp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8" creationId="{4BDCA86F-F916-6CCD-1BB8-C1B15080D6D1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10" creationId="{D22DBE27-2406-3450-87DF-BB3AF29D4CC0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12" creationId="{7BF4DD46-3611-07C3-626B-09D24B4B6E49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14" creationId="{7036F1E8-4A1B-E850-2F61-0E76BF066F81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16" creationId="{38D46EAD-27DC-6231-FF3D-F21D1A62A077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18" creationId="{30C7C897-910D-FC45-5E8A-ED5A0CEF497D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20" creationId="{7CEFD445-AC76-244D-22F5-DA677B275A1D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22" creationId="{E2C0CFC7-DED4-0ACB-DFD9-B7F4164B7593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24" creationId="{507798BF-89F1-1AC0-51D1-49AD52EBCDA1}"/>
          </ac:picMkLst>
        </pc:picChg>
        <pc:picChg chg="del">
          <ac:chgData name="Char Wang" userId="6b6e7535c948cbb7" providerId="LiveId" clId="{700B41EF-F84C-44C0-A7BF-1C07B221AB11}" dt="2023-12-08T06:35:51.008" v="3463" actId="478"/>
          <ac:picMkLst>
            <pc:docMk/>
            <pc:sldMk cId="949565924" sldId="427"/>
            <ac:picMk id="26" creationId="{E39560F1-8242-1C78-1A8A-73564453DBC7}"/>
          </ac:picMkLst>
        </pc:picChg>
        <pc:cxnChg chg="del mod">
          <ac:chgData name="Char Wang" userId="6b6e7535c948cbb7" providerId="LiveId" clId="{700B41EF-F84C-44C0-A7BF-1C07B221AB11}" dt="2023-12-08T06:35:51.008" v="3463" actId="478"/>
          <ac:cxnSpMkLst>
            <pc:docMk/>
            <pc:sldMk cId="949565924" sldId="427"/>
            <ac:cxnSpMk id="27" creationId="{A2A5A9B8-35BC-1D94-ED67-3490EB47C59E}"/>
          </ac:cxnSpMkLst>
        </pc:cxnChg>
        <pc:cxnChg chg="del mod">
          <ac:chgData name="Char Wang" userId="6b6e7535c948cbb7" providerId="LiveId" clId="{700B41EF-F84C-44C0-A7BF-1C07B221AB11}" dt="2023-12-08T06:35:51.008" v="3463" actId="478"/>
          <ac:cxnSpMkLst>
            <pc:docMk/>
            <pc:sldMk cId="949565924" sldId="427"/>
            <ac:cxnSpMk id="28" creationId="{35BE732B-19F2-CB38-C351-04596B33CAF9}"/>
          </ac:cxnSpMkLst>
        </pc:cxnChg>
        <pc:cxnChg chg="del mod">
          <ac:chgData name="Char Wang" userId="6b6e7535c948cbb7" providerId="LiveId" clId="{700B41EF-F84C-44C0-A7BF-1C07B221AB11}" dt="2023-12-08T06:35:51.008" v="3463" actId="478"/>
          <ac:cxnSpMkLst>
            <pc:docMk/>
            <pc:sldMk cId="949565924" sldId="427"/>
            <ac:cxnSpMk id="32" creationId="{510CDCE7-49FB-C8B3-BD19-395B5AD14AE3}"/>
          </ac:cxnSpMkLst>
        </pc:cxnChg>
        <pc:cxnChg chg="del mod">
          <ac:chgData name="Char Wang" userId="6b6e7535c948cbb7" providerId="LiveId" clId="{700B41EF-F84C-44C0-A7BF-1C07B221AB11}" dt="2023-12-08T06:35:51.008" v="3463" actId="478"/>
          <ac:cxnSpMkLst>
            <pc:docMk/>
            <pc:sldMk cId="949565924" sldId="427"/>
            <ac:cxnSpMk id="35" creationId="{CFDFF3B7-E718-809A-0D51-66118A44831A}"/>
          </ac:cxnSpMkLst>
        </pc:cxnChg>
        <pc:cxnChg chg="del mod">
          <ac:chgData name="Char Wang" userId="6b6e7535c948cbb7" providerId="LiveId" clId="{700B41EF-F84C-44C0-A7BF-1C07B221AB11}" dt="2023-12-08T06:35:51.008" v="3463" actId="478"/>
          <ac:cxnSpMkLst>
            <pc:docMk/>
            <pc:sldMk cId="949565924" sldId="427"/>
            <ac:cxnSpMk id="38" creationId="{3DD350D2-7F54-EC18-3D00-ACFFCE4B4D73}"/>
          </ac:cxnSpMkLst>
        </pc:cxnChg>
        <pc:cxnChg chg="del mod">
          <ac:chgData name="Char Wang" userId="6b6e7535c948cbb7" providerId="LiveId" clId="{700B41EF-F84C-44C0-A7BF-1C07B221AB11}" dt="2023-12-08T06:35:51.008" v="3463" actId="478"/>
          <ac:cxnSpMkLst>
            <pc:docMk/>
            <pc:sldMk cId="949565924" sldId="427"/>
            <ac:cxnSpMk id="41" creationId="{B478F20D-E469-D944-AED6-05EA6ABAA64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C2899-756D-D74F-9681-D06E2E69B565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8A97F-BE20-0F41-AF6E-553DF94E4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076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CFBB0-290D-CB47-AFCF-3D1150FE3ED3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DAC23-6205-1F44-8983-3FC51FF3B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90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ith color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39" y="376238"/>
            <a:ext cx="1137600" cy="41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6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" userDrawn="1">
          <p15:clr>
            <a:srgbClr val="FBAE40"/>
          </p15:clr>
        </p15:guide>
        <p15:guide id="2" pos="22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ith color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8" t="27046" r="14807" b="26402"/>
          <a:stretch/>
        </p:blipFill>
        <p:spPr>
          <a:xfrm>
            <a:off x="353988" y="376237"/>
            <a:ext cx="1157311" cy="425079"/>
          </a:xfrm>
          <a:prstGeom prst="rect">
            <a:avLst/>
          </a:prstGeom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05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">
          <p15:clr>
            <a:srgbClr val="FBAE40"/>
          </p15:clr>
        </p15:guide>
        <p15:guide id="2" pos="22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ith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solidFill>
                  <a:schemeClr val="accent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39" y="376238"/>
            <a:ext cx="1137600" cy="4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64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ntence quote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8" name="文字方塊 1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9" name="群組 18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07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ntence quote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1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ntence quote with imag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  <p:grpSp>
        <p:nvGrpSpPr>
          <p:cNvPr id="4" name="群組 3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5" name="文字方塊 4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solidFill>
                    <a:schemeClr val="bg1"/>
                  </a:solidFill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solidFill>
                    <a:schemeClr val="bg1"/>
                  </a:solidFill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solidFill>
                  <a:schemeClr val="bg1"/>
                </a:solidFill>
                <a:latin typeface="+mn-lt"/>
              </a:endParaRPr>
            </a:p>
          </p:txBody>
        </p:sp>
        <p:grpSp>
          <p:nvGrpSpPr>
            <p:cNvPr id="7" name="群組 6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8" name="文字方塊 7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solidFill>
                      <a:schemeClr val="bg1"/>
                    </a:solidFill>
                    <a:latin typeface="+mn-lt"/>
                  </a:rPr>
                  <a:pPr algn="r"/>
                  <a:t>12/10/2023</a:t>
                </a:fld>
                <a:endParaRPr lang="zh-TW" altLang="en-US" sz="700" err="1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文字方塊 8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0" name="文字方塊 9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solidFill>
                      <a:schemeClr val="bg1"/>
                    </a:solidFill>
                    <a:latin typeface="+mn-lt"/>
                  </a:rPr>
                  <a:t>©</a:t>
                </a:r>
                <a:endParaRPr lang="zh-TW" altLang="en-US" sz="70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06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ntence quote with color backgroun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100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Statement, sentence quote or question goes here</a:t>
            </a:r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/>
          <a:srcRect b="19411"/>
          <a:stretch/>
        </p:blipFill>
        <p:spPr>
          <a:xfrm>
            <a:off x="5495743" y="0"/>
            <a:ext cx="3184812" cy="51423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1" name="文字方塊 1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2" name="文字方塊 11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740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ntence quote with color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100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Statement, sentence quote or question goes here</a:t>
            </a:r>
            <a:endParaRPr 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6" name="文字方塊 5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7" name="群組 6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9" name="文字方塊 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0" name="文字方塊 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1" name="文字方塊 1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217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1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01</a:t>
            </a:r>
          </a:p>
        </p:txBody>
      </p:sp>
      <p:grpSp>
        <p:nvGrpSpPr>
          <p:cNvPr id="21" name="群組 20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2" name="文字方塊 21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3" name="群組 2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4" name="文字方塊 2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5" name="文字方塊 2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6" name="文字方塊 2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138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2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</a:t>
            </a:r>
            <a:r>
              <a:rPr lang="en-US" altLang="zh-TW"/>
              <a:t>2</a:t>
            </a:r>
            <a:endParaRPr lang="en-GB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415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03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972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01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3559" y="1387218"/>
            <a:ext cx="3242931" cy="3343301"/>
          </a:xfrm>
          <a:prstGeom prst="rect">
            <a:avLst/>
          </a:prstGeom>
        </p:spPr>
      </p:pic>
      <p:grpSp>
        <p:nvGrpSpPr>
          <p:cNvPr id="8" name="群組 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9" name="文字方塊 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1" name="群組 10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5711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</a:t>
            </a:r>
            <a:r>
              <a:rPr lang="en-US" altLang="zh-TW"/>
              <a:t>2</a:t>
            </a:r>
            <a:endParaRPr lang="en-GB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93999" y="2108297"/>
            <a:ext cx="4950001" cy="2193750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7" name="文字方塊 16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8" name="群組 17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9" name="文字方塊 1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780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03</a:t>
            </a:r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9780" y="2082296"/>
            <a:ext cx="3956711" cy="2494759"/>
          </a:xfrm>
          <a:prstGeom prst="rect">
            <a:avLst/>
          </a:prstGeom>
        </p:spPr>
      </p:pic>
      <p:grpSp>
        <p:nvGrpSpPr>
          <p:cNvPr id="8" name="群組 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9" name="文字方塊 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3" name="群組 1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4" name="文字方塊 1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5" name="文字方塊 1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6" name="文字方塊 1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2219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04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03"/>
          <a:stretch/>
        </p:blipFill>
        <p:spPr>
          <a:xfrm>
            <a:off x="6338754" y="1342321"/>
            <a:ext cx="2805246" cy="3335721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7" name="文字方塊 16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8" name="群組 17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9" name="文字方塊 1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7487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9" name="文字方塊 1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0" name="群組 1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3" name="文字方塊 22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2476" y="1449135"/>
            <a:ext cx="3579018" cy="85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Content goes here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Content goes here</a:t>
            </a:r>
          </a:p>
          <a:p>
            <a:pPr lvl="0"/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4814876" y="1449135"/>
            <a:ext cx="3576649" cy="85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Content goes here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Content goes here</a:t>
            </a:r>
          </a:p>
          <a:p>
            <a:pPr lvl="0"/>
            <a:endParaRPr lang="en-GB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91493"/>
            <a:ext cx="7639050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45349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9" name="文字方塊 1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0" name="群組 1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3" name="文字方塊 22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91493"/>
            <a:ext cx="3405302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751273" y="1467793"/>
            <a:ext cx="3397367" cy="3347096"/>
          </a:xfrm>
          <a:prstGeom prst="rect">
            <a:avLst/>
          </a:prstGeom>
        </p:spPr>
        <p:txBody>
          <a:bodyPr/>
          <a:lstStyle>
            <a:lvl1pPr>
              <a:defRPr lang="en-US" sz="1500" b="0" i="0" baseline="0" dirty="0" smtClean="0">
                <a:solidFill>
                  <a:schemeClr val="tx1"/>
                </a:solidFill>
                <a:latin typeface="Century Gothic"/>
                <a:ea typeface="Tahoma" panose="020B0604030504040204" pitchFamily="34" charset="0"/>
                <a:cs typeface="Century Gothic"/>
              </a:defRPr>
            </a:lvl1pPr>
            <a:lvl2pPr marL="633600" indent="-28575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altLang="zh-TW" sz="1400" kern="1200" baseline="0" dirty="0" smtClean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2pPr>
            <a:lvl3pPr marL="914400" marR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lang="en-US" altLang="zh-TW" sz="1300" kern="1200" baseline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3pPr>
            <a:lvl4pPr marL="914400" indent="284400"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 sz="1300">
                <a:solidFill>
                  <a:schemeClr val="tx1"/>
                </a:solidFill>
                <a:latin typeface="Century Gothic"/>
                <a:cs typeface="Century Gothic"/>
              </a:defRPr>
            </a:lvl4pPr>
          </a:lstStyle>
          <a:p>
            <a:r>
              <a:rPr kumimoji="1" lang="en-US" altLang="zh-TW"/>
              <a:t>First level bullet</a:t>
            </a:r>
          </a:p>
          <a:p>
            <a:pPr lvl="1"/>
            <a:r>
              <a:rPr kumimoji="1" lang="en-US" altLang="zh-TW"/>
              <a:t>Second level bullet</a:t>
            </a:r>
          </a:p>
          <a:p>
            <a:pPr lvl="2"/>
            <a:r>
              <a:rPr kumimoji="1" lang="en-US" altLang="zh-TW"/>
              <a:t>Third level bullet</a:t>
            </a:r>
          </a:p>
          <a:p>
            <a:pPr lvl="3"/>
            <a:r>
              <a:rPr kumimoji="1" lang="en-US" altLang="zh-TW"/>
              <a:t>Fourth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351105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5" name="文字方塊 14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6" name="群組 15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7" name="文字方塊 16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8" name="文字方塊 17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9" name="文字方塊 18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52475" y="973910"/>
            <a:ext cx="7629528" cy="3840977"/>
          </a:xfrm>
          <a:prstGeom prst="rect">
            <a:avLst/>
          </a:prstGeom>
        </p:spPr>
        <p:txBody>
          <a:bodyPr/>
          <a:lstStyle>
            <a:lvl1pPr>
              <a:defRPr lang="en-US" sz="2000" b="1" baseline="0" dirty="0" smtClean="0">
                <a:solidFill>
                  <a:schemeClr val="accent1"/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33600" indent="-28575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altLang="zh-TW" sz="1500" kern="1200" dirty="0" smtClean="0">
                <a:solidFill>
                  <a:schemeClr val="tx1"/>
                </a:solidFill>
                <a:latin typeface="Century Gothic" panose="020B0502020202020204" pitchFamily="34" charset="0"/>
                <a:ea typeface=""/>
                <a:cs typeface="+mn-cs"/>
              </a:defRPr>
            </a:lvl2pPr>
            <a:lvl3pPr marL="914400" indent="-28440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altLang="zh-TW" sz="1400" kern="1200" baseline="0" dirty="0" smtClea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910800" indent="-228600">
              <a:lnSpc>
                <a:spcPct val="150000"/>
              </a:lnSpc>
              <a:spcBef>
                <a:spcPts val="0"/>
              </a:spcBef>
              <a:buFont typeface="Wingdings" charset="2"/>
              <a:buChar char="l"/>
              <a:defRPr sz="1400"/>
            </a:lvl4pPr>
            <a:lvl5pPr marL="91440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 sz="1400"/>
            </a:lvl5pPr>
            <a:lvl6pPr marL="914400" indent="284400">
              <a:lnSpc>
                <a:spcPct val="150000"/>
              </a:lnSpc>
              <a:spcBef>
                <a:spcPts val="0"/>
              </a:spcBef>
              <a:defRPr sz="1400"/>
            </a:lvl6pPr>
          </a:lstStyle>
          <a:p>
            <a:r>
              <a:rPr kumimoji="1" lang="en-US" altLang="zh-TW"/>
              <a:t>Topic 1</a:t>
            </a:r>
          </a:p>
          <a:p>
            <a:endParaRPr kumimoji="1" lang="en-US" altLang="zh-TW"/>
          </a:p>
          <a:p>
            <a:r>
              <a:rPr kumimoji="1" lang="en-US" altLang="zh-TW"/>
              <a:t>Topic 2</a:t>
            </a:r>
          </a:p>
          <a:p>
            <a:endParaRPr kumimoji="1" lang="en-US" altLang="zh-TW"/>
          </a:p>
          <a:p>
            <a:r>
              <a:rPr kumimoji="1" lang="en-US" altLang="zh-TW"/>
              <a:t>Topic 3</a:t>
            </a:r>
          </a:p>
          <a:p>
            <a:endParaRPr kumimoji="1" lang="en-US" altLang="zh-TW"/>
          </a:p>
          <a:p>
            <a:r>
              <a:rPr kumimoji="1" lang="en-US" altLang="zh-TW"/>
              <a:t>Topic 4</a:t>
            </a:r>
          </a:p>
          <a:p>
            <a:pPr lvl="1"/>
            <a:r>
              <a:rPr kumimoji="1" lang="en-US" altLang="zh-TW"/>
              <a:t>Content goes here</a:t>
            </a:r>
          </a:p>
          <a:p>
            <a:pPr lvl="2"/>
            <a:r>
              <a:rPr kumimoji="1" lang="en-US" altLang="zh-TW"/>
              <a:t>Content goes here</a:t>
            </a:r>
          </a:p>
        </p:txBody>
      </p:sp>
    </p:spTree>
    <p:extLst>
      <p:ext uri="{BB962C8B-B14F-4D97-AF65-F5344CB8AC3E}">
        <p14:creationId xmlns:p14="http://schemas.microsoft.com/office/powerpoint/2010/main" val="3921248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pic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2" name="文字方塊 21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3" name="群組 2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4" name="文字方塊 2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5" name="文字方塊 2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6" name="文字方塊 2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 altLang="zh-TW"/>
              <a:t>Topic</a:t>
            </a:r>
            <a:endParaRPr lang="en-US"/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740408" y="993537"/>
            <a:ext cx="2848162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 userDrawn="1"/>
        </p:nvCxnSpPr>
        <p:spPr>
          <a:xfrm>
            <a:off x="5508428" y="993537"/>
            <a:ext cx="2869128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版面配置區 8"/>
          <p:cNvSpPr>
            <a:spLocks noGrp="1"/>
          </p:cNvSpPr>
          <p:nvPr>
            <p:ph type="body" sz="quarter" idx="10" hasCustomPrompt="1"/>
          </p:nvPr>
        </p:nvSpPr>
        <p:spPr>
          <a:xfrm>
            <a:off x="740407" y="1009268"/>
            <a:ext cx="2863403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11" name="文字版面配置區 8"/>
          <p:cNvSpPr>
            <a:spLocks noGrp="1"/>
          </p:cNvSpPr>
          <p:nvPr>
            <p:ph type="body" sz="quarter" idx="11" hasCustomPrompt="1"/>
          </p:nvPr>
        </p:nvSpPr>
        <p:spPr>
          <a:xfrm>
            <a:off x="740408" y="1344865"/>
            <a:ext cx="2863403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Topic 1</a:t>
            </a:r>
            <a:endParaRPr lang="zh-TW" altLang="en-US"/>
          </a:p>
        </p:txBody>
      </p:sp>
      <p:sp>
        <p:nvSpPr>
          <p:cNvPr id="12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740407" y="1809686"/>
            <a:ext cx="2863403" cy="690324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sp>
        <p:nvSpPr>
          <p:cNvPr id="13" name="文字版面配置區 8"/>
          <p:cNvSpPr>
            <a:spLocks noGrp="1"/>
          </p:cNvSpPr>
          <p:nvPr>
            <p:ph type="body" sz="quarter" idx="13" hasCustomPrompt="1"/>
          </p:nvPr>
        </p:nvSpPr>
        <p:spPr>
          <a:xfrm>
            <a:off x="5508428" y="1009268"/>
            <a:ext cx="2876748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03</a:t>
            </a:r>
            <a:endParaRPr lang="zh-TW" altLang="en-US"/>
          </a:p>
        </p:txBody>
      </p:sp>
      <p:sp>
        <p:nvSpPr>
          <p:cNvPr id="14" name="文字版面配置區 8"/>
          <p:cNvSpPr>
            <a:spLocks noGrp="1"/>
          </p:cNvSpPr>
          <p:nvPr>
            <p:ph type="body" sz="quarter" idx="14" hasCustomPrompt="1"/>
          </p:nvPr>
        </p:nvSpPr>
        <p:spPr>
          <a:xfrm>
            <a:off x="5508428" y="1344865"/>
            <a:ext cx="2869128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Topic 3</a:t>
            </a:r>
            <a:endParaRPr lang="zh-TW" altLang="en-US"/>
          </a:p>
        </p:txBody>
      </p:sp>
      <p:sp>
        <p:nvSpPr>
          <p:cNvPr id="15" name="文字版面配置區 8"/>
          <p:cNvSpPr>
            <a:spLocks noGrp="1"/>
          </p:cNvSpPr>
          <p:nvPr>
            <p:ph type="body" sz="quarter" idx="15" hasCustomPrompt="1"/>
          </p:nvPr>
        </p:nvSpPr>
        <p:spPr>
          <a:xfrm>
            <a:off x="5508428" y="1809685"/>
            <a:ext cx="2876748" cy="6903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sp>
        <p:nvSpPr>
          <p:cNvPr id="16" name="文字版面配置區 8"/>
          <p:cNvSpPr>
            <a:spLocks noGrp="1"/>
          </p:cNvSpPr>
          <p:nvPr>
            <p:ph type="body" sz="quarter" idx="16" hasCustomPrompt="1"/>
          </p:nvPr>
        </p:nvSpPr>
        <p:spPr>
          <a:xfrm>
            <a:off x="3043835" y="3241769"/>
            <a:ext cx="2742305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02</a:t>
            </a:r>
            <a:endParaRPr lang="zh-TW" altLang="en-US"/>
          </a:p>
        </p:txBody>
      </p:sp>
      <p:sp>
        <p:nvSpPr>
          <p:cNvPr id="17" name="文字版面配置區 8"/>
          <p:cNvSpPr>
            <a:spLocks noGrp="1"/>
          </p:cNvSpPr>
          <p:nvPr>
            <p:ph type="body" sz="quarter" idx="17" hasCustomPrompt="1"/>
          </p:nvPr>
        </p:nvSpPr>
        <p:spPr>
          <a:xfrm>
            <a:off x="3043836" y="3577366"/>
            <a:ext cx="2742305" cy="495617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en-US" altLang="zh-TW" sz="2500" b="1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/>
                <a:cs typeface="Century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TW"/>
              <a:t>Topic 2</a:t>
            </a:r>
            <a:endParaRPr lang="zh-TW" altLang="en-US"/>
          </a:p>
          <a:p>
            <a:pPr lvl="0"/>
            <a:endParaRPr kumimoji="0" lang="en-US" altLang="zh-TW" sz="2500" b="1" i="0" u="none" strike="noStrike" kern="1200" cap="none" spc="0" normalizeH="0" baseline="0" noProof="0">
              <a:ln>
                <a:noFill/>
              </a:ln>
              <a:solidFill>
                <a:srgbClr val="FFC800"/>
              </a:solidFill>
              <a:effectLst/>
              <a:uLnTx/>
              <a:uFillTx/>
              <a:latin typeface="Century Gothic"/>
              <a:ea typeface="+mj-ea"/>
              <a:cs typeface="Century Gothic"/>
            </a:endParaRPr>
          </a:p>
        </p:txBody>
      </p:sp>
      <p:sp>
        <p:nvSpPr>
          <p:cNvPr id="18" name="文字版面配置區 8"/>
          <p:cNvSpPr>
            <a:spLocks noGrp="1"/>
          </p:cNvSpPr>
          <p:nvPr>
            <p:ph type="body" sz="quarter" idx="18" hasCustomPrompt="1"/>
          </p:nvPr>
        </p:nvSpPr>
        <p:spPr>
          <a:xfrm>
            <a:off x="3043835" y="4042187"/>
            <a:ext cx="2742305" cy="640304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cxnSp>
        <p:nvCxnSpPr>
          <p:cNvPr id="19" name="直線接點 18"/>
          <p:cNvCxnSpPr/>
          <p:nvPr userDrawn="1"/>
        </p:nvCxnSpPr>
        <p:spPr>
          <a:xfrm>
            <a:off x="3043836" y="3229772"/>
            <a:ext cx="2742305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86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pic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4" name="文字方塊 23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31" name="群組 30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32" name="文字方塊 3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33" name="文字方塊 3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34" name="文字方塊 3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Topic</a:t>
            </a:r>
          </a:p>
        </p:txBody>
      </p:sp>
      <p:cxnSp>
        <p:nvCxnSpPr>
          <p:cNvPr id="4" name="直線接點 3"/>
          <p:cNvCxnSpPr/>
          <p:nvPr userDrawn="1"/>
        </p:nvCxnSpPr>
        <p:spPr>
          <a:xfrm>
            <a:off x="755649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版面配置區 8"/>
          <p:cNvSpPr>
            <a:spLocks noGrp="1"/>
          </p:cNvSpPr>
          <p:nvPr>
            <p:ph type="body" sz="quarter" idx="10" hasCustomPrompt="1"/>
          </p:nvPr>
        </p:nvSpPr>
        <p:spPr>
          <a:xfrm>
            <a:off x="755649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10" name="文字版面配置區 8"/>
          <p:cNvSpPr>
            <a:spLocks noGrp="1"/>
          </p:cNvSpPr>
          <p:nvPr>
            <p:ph type="body" sz="quarter" idx="11" hasCustomPrompt="1"/>
          </p:nvPr>
        </p:nvSpPr>
        <p:spPr>
          <a:xfrm>
            <a:off x="755649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25" name="直線接點 24"/>
          <p:cNvCxnSpPr/>
          <p:nvPr userDrawn="1"/>
        </p:nvCxnSpPr>
        <p:spPr>
          <a:xfrm>
            <a:off x="3513262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3513262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02</a:t>
            </a:r>
            <a:endParaRPr lang="zh-TW" altLang="en-US"/>
          </a:p>
        </p:txBody>
      </p:sp>
      <p:sp>
        <p:nvSpPr>
          <p:cNvPr id="27" name="文字版面配置區 8"/>
          <p:cNvSpPr>
            <a:spLocks noGrp="1"/>
          </p:cNvSpPr>
          <p:nvPr>
            <p:ph type="body" sz="quarter" idx="13" hasCustomPrompt="1"/>
          </p:nvPr>
        </p:nvSpPr>
        <p:spPr>
          <a:xfrm>
            <a:off x="3513262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28" name="直線接點 27"/>
          <p:cNvCxnSpPr/>
          <p:nvPr userDrawn="1"/>
        </p:nvCxnSpPr>
        <p:spPr>
          <a:xfrm>
            <a:off x="6270876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版面配置區 8"/>
          <p:cNvSpPr>
            <a:spLocks noGrp="1"/>
          </p:cNvSpPr>
          <p:nvPr>
            <p:ph type="body" sz="quarter" idx="14" hasCustomPrompt="1"/>
          </p:nvPr>
        </p:nvSpPr>
        <p:spPr>
          <a:xfrm>
            <a:off x="6270876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03</a:t>
            </a:r>
            <a:endParaRPr lang="zh-TW" altLang="en-US"/>
          </a:p>
        </p:txBody>
      </p:sp>
      <p:sp>
        <p:nvSpPr>
          <p:cNvPr id="30" name="文字版面配置區 8"/>
          <p:cNvSpPr>
            <a:spLocks noGrp="1"/>
          </p:cNvSpPr>
          <p:nvPr>
            <p:ph type="body" sz="quarter" idx="15" hasCustomPrompt="1"/>
          </p:nvPr>
        </p:nvSpPr>
        <p:spPr>
          <a:xfrm>
            <a:off x="6270876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52" name="直線接點 51"/>
          <p:cNvCxnSpPr/>
          <p:nvPr userDrawn="1"/>
        </p:nvCxnSpPr>
        <p:spPr>
          <a:xfrm>
            <a:off x="755650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字版面配置區 8"/>
          <p:cNvSpPr>
            <a:spLocks noGrp="1"/>
          </p:cNvSpPr>
          <p:nvPr>
            <p:ph type="body" sz="quarter" idx="16" hasCustomPrompt="1"/>
          </p:nvPr>
        </p:nvSpPr>
        <p:spPr>
          <a:xfrm>
            <a:off x="755650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04</a:t>
            </a:r>
            <a:endParaRPr lang="zh-TW" altLang="en-US"/>
          </a:p>
        </p:txBody>
      </p:sp>
      <p:sp>
        <p:nvSpPr>
          <p:cNvPr id="54" name="文字版面配置區 8"/>
          <p:cNvSpPr>
            <a:spLocks noGrp="1"/>
          </p:cNvSpPr>
          <p:nvPr>
            <p:ph type="body" sz="quarter" idx="17" hasCustomPrompt="1"/>
          </p:nvPr>
        </p:nvSpPr>
        <p:spPr>
          <a:xfrm>
            <a:off x="755650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  <p:cxnSp>
        <p:nvCxnSpPr>
          <p:cNvPr id="55" name="直線接點 54"/>
          <p:cNvCxnSpPr/>
          <p:nvPr userDrawn="1"/>
        </p:nvCxnSpPr>
        <p:spPr>
          <a:xfrm>
            <a:off x="3513263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字版面配置區 8"/>
          <p:cNvSpPr>
            <a:spLocks noGrp="1"/>
          </p:cNvSpPr>
          <p:nvPr>
            <p:ph type="body" sz="quarter" idx="18" hasCustomPrompt="1"/>
          </p:nvPr>
        </p:nvSpPr>
        <p:spPr>
          <a:xfrm>
            <a:off x="3513263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05</a:t>
            </a:r>
            <a:endParaRPr lang="zh-TW" altLang="en-US"/>
          </a:p>
        </p:txBody>
      </p:sp>
      <p:sp>
        <p:nvSpPr>
          <p:cNvPr id="57" name="文字版面配置區 8"/>
          <p:cNvSpPr>
            <a:spLocks noGrp="1"/>
          </p:cNvSpPr>
          <p:nvPr>
            <p:ph type="body" sz="quarter" idx="19" hasCustomPrompt="1"/>
          </p:nvPr>
        </p:nvSpPr>
        <p:spPr>
          <a:xfrm>
            <a:off x="3513263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  <p:cxnSp>
        <p:nvCxnSpPr>
          <p:cNvPr id="58" name="直線接點 57"/>
          <p:cNvCxnSpPr/>
          <p:nvPr userDrawn="1"/>
        </p:nvCxnSpPr>
        <p:spPr>
          <a:xfrm>
            <a:off x="6270877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字版面配置區 8"/>
          <p:cNvSpPr>
            <a:spLocks noGrp="1"/>
          </p:cNvSpPr>
          <p:nvPr>
            <p:ph type="body" sz="quarter" idx="20" hasCustomPrompt="1"/>
          </p:nvPr>
        </p:nvSpPr>
        <p:spPr>
          <a:xfrm>
            <a:off x="6270877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06</a:t>
            </a:r>
            <a:endParaRPr lang="zh-TW" altLang="en-US"/>
          </a:p>
        </p:txBody>
      </p:sp>
      <p:sp>
        <p:nvSpPr>
          <p:cNvPr id="60" name="文字版面配置區 8"/>
          <p:cNvSpPr>
            <a:spLocks noGrp="1"/>
          </p:cNvSpPr>
          <p:nvPr>
            <p:ph type="body" sz="quarter" idx="21" hasCustomPrompt="1"/>
          </p:nvPr>
        </p:nvSpPr>
        <p:spPr>
          <a:xfrm>
            <a:off x="6270877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271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476" userDrawn="1">
          <p15:clr>
            <a:srgbClr val="FBAE40"/>
          </p15:clr>
        </p15:guide>
        <p15:guide id="3" pos="528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Subtitle, images and Bulleted List-1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4" name="文字方塊 13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5" name="群組 14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7" name="文字方塊 16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12/10/2023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8" name="文字方塊 17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9" name="文字方塊 18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6" name="Picture Placeholder 2"/>
          <p:cNvSpPr>
            <a:spLocks noGrp="1"/>
          </p:cNvSpPr>
          <p:nvPr>
            <p:ph type="pic" idx="22" hasCustomPrompt="1"/>
          </p:nvPr>
        </p:nvSpPr>
        <p:spPr>
          <a:xfrm>
            <a:off x="5134488" y="1159672"/>
            <a:ext cx="3240000" cy="36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i="0">
                <a:latin typeface="Century Gothic"/>
                <a:cs typeface="Century Gothic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5" name="文字版面配置區 8"/>
          <p:cNvSpPr>
            <a:spLocks noGrp="1"/>
          </p:cNvSpPr>
          <p:nvPr>
            <p:ph type="body" idx="23" hasCustomPrompt="1"/>
          </p:nvPr>
        </p:nvSpPr>
        <p:spPr>
          <a:xfrm>
            <a:off x="755651" y="988852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Title1</a:t>
            </a:r>
            <a:endParaRPr lang="zh-TW" altLang="en-US"/>
          </a:p>
        </p:txBody>
      </p:sp>
      <p:sp>
        <p:nvSpPr>
          <p:cNvPr id="26" name="文字版面配置區 8"/>
          <p:cNvSpPr>
            <a:spLocks noGrp="1"/>
          </p:cNvSpPr>
          <p:nvPr>
            <p:ph type="body" idx="20" hasCustomPrompt="1"/>
          </p:nvPr>
        </p:nvSpPr>
        <p:spPr>
          <a:xfrm>
            <a:off x="755651" y="2424351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Title2</a:t>
            </a:r>
            <a:endParaRPr lang="zh-TW" altLang="en-US"/>
          </a:p>
        </p:txBody>
      </p:sp>
      <p:sp>
        <p:nvSpPr>
          <p:cNvPr id="27" name="文字版面配置區 8"/>
          <p:cNvSpPr>
            <a:spLocks noGrp="1"/>
          </p:cNvSpPr>
          <p:nvPr>
            <p:ph type="body" idx="21" hasCustomPrompt="1"/>
          </p:nvPr>
        </p:nvSpPr>
        <p:spPr>
          <a:xfrm>
            <a:off x="755651" y="3852807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Title3</a:t>
            </a:r>
            <a:endParaRPr lang="zh-TW" altLang="en-US"/>
          </a:p>
        </p:txBody>
      </p:sp>
      <p:sp>
        <p:nvSpPr>
          <p:cNvPr id="28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755651" y="1400039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755651" y="2833602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755651" y="4260890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31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84553"/>
            <a:ext cx="7639050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Content page</a:t>
            </a:r>
          </a:p>
        </p:txBody>
      </p:sp>
    </p:spTree>
    <p:extLst>
      <p:ext uri="{BB962C8B-B14F-4D97-AF65-F5344CB8AC3E}">
        <p14:creationId xmlns:p14="http://schemas.microsoft.com/office/powerpoint/2010/main" val="1953711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66" y="2267550"/>
            <a:ext cx="1667468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45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76" y="2267582"/>
            <a:ext cx="1675048" cy="6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78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66" y="2267550"/>
            <a:ext cx="1667468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45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76" y="2267582"/>
            <a:ext cx="1675048" cy="6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76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600" y="2269079"/>
            <a:ext cx="1666800" cy="6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6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2" r:id="rId2"/>
    <p:sldLayoutId id="2147483654" r:id="rId3"/>
    <p:sldLayoutId id="2147483713" r:id="rId4"/>
    <p:sldLayoutId id="2147483661" r:id="rId5"/>
    <p:sldLayoutId id="2147483714" r:id="rId6"/>
    <p:sldLayoutId id="2147483660" r:id="rId7"/>
    <p:sldLayoutId id="2147483702" r:id="rId8"/>
    <p:sldLayoutId id="2147483703" r:id="rId9"/>
    <p:sldLayoutId id="2147483704" r:id="rId10"/>
    <p:sldLayoutId id="2147483705" r:id="rId11"/>
    <p:sldLayoutId id="2147483662" r:id="rId12"/>
    <p:sldLayoutId id="2147483697" r:id="rId13"/>
    <p:sldLayoutId id="2147483698" r:id="rId14"/>
    <p:sldLayoutId id="2147483711" r:id="rId15"/>
    <p:sldLayoutId id="2147483667" r:id="rId16"/>
    <p:sldLayoutId id="2147483668" r:id="rId17"/>
    <p:sldLayoutId id="2147483701" r:id="rId18"/>
    <p:sldLayoutId id="2147483706" r:id="rId19"/>
    <p:sldLayoutId id="2147483707" r:id="rId20"/>
    <p:sldLayoutId id="2147483699" r:id="rId21"/>
    <p:sldLayoutId id="2147483650" r:id="rId22"/>
    <p:sldLayoutId id="2147483666" r:id="rId23"/>
    <p:sldLayoutId id="2147483708" r:id="rId24"/>
    <p:sldLayoutId id="2147483709" r:id="rId25"/>
    <p:sldLayoutId id="2147483710" r:id="rId26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slide" Target="slide39.xml"/><Relationship Id="rId3" Type="http://schemas.openxmlformats.org/officeDocument/2006/relationships/slide" Target="slide7.xml"/><Relationship Id="rId7" Type="http://schemas.openxmlformats.org/officeDocument/2006/relationships/slide" Target="slide19.xml"/><Relationship Id="rId12" Type="http://schemas.openxmlformats.org/officeDocument/2006/relationships/slide" Target="slide3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3.xml"/><Relationship Id="rId11" Type="http://schemas.openxmlformats.org/officeDocument/2006/relationships/slide" Target="slide33.xml"/><Relationship Id="rId5" Type="http://schemas.openxmlformats.org/officeDocument/2006/relationships/slide" Target="slide12.xml"/><Relationship Id="rId15" Type="http://schemas.openxmlformats.org/officeDocument/2006/relationships/slide" Target="slide29.xml"/><Relationship Id="rId10" Type="http://schemas.openxmlformats.org/officeDocument/2006/relationships/slide" Target="slide32.xml"/><Relationship Id="rId4" Type="http://schemas.openxmlformats.org/officeDocument/2006/relationships/slide" Target="slide9.xml"/><Relationship Id="rId9" Type="http://schemas.openxmlformats.org/officeDocument/2006/relationships/slide" Target="slide25.xml"/><Relationship Id="rId1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2.sv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63.png"/><Relationship Id="rId7" Type="http://schemas.openxmlformats.org/officeDocument/2006/relationships/image" Target="../media/image3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36.svg"/><Relationship Id="rId4" Type="http://schemas.openxmlformats.org/officeDocument/2006/relationships/image" Target="../media/image64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7034" y="1370558"/>
            <a:ext cx="8229600" cy="1274195"/>
          </a:xfrm>
        </p:spPr>
        <p:txBody>
          <a:bodyPr/>
          <a:lstStyle/>
          <a:p>
            <a:r>
              <a:rPr lang="en-US" altLang="zh-TW" dirty="0"/>
              <a:t>ACTS 3.0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360339" y="2812676"/>
            <a:ext cx="6400800" cy="184666"/>
          </a:xfrm>
        </p:spPr>
        <p:txBody>
          <a:bodyPr/>
          <a:lstStyle/>
          <a:p>
            <a:r>
              <a:rPr lang="en-US" altLang="zh-TW"/>
              <a:t>Update: 2023/Dec/12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82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9E0E8-6CB9-0FEA-8A15-E70E581C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Topics</a:t>
            </a: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563773-BC6C-BF4F-88C9-70018DEED2C1}"/>
              </a:ext>
            </a:extLst>
          </p:cNvPr>
          <p:cNvSpPr txBox="1"/>
          <p:nvPr/>
        </p:nvSpPr>
        <p:spPr>
          <a:xfrm>
            <a:off x="744282" y="1134140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ACTS 3.0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EF54904-656A-E049-2D84-AD14DEB4DCEB}"/>
              </a:ext>
            </a:extLst>
          </p:cNvPr>
          <p:cNvSpPr txBox="1"/>
          <p:nvPr/>
        </p:nvSpPr>
        <p:spPr>
          <a:xfrm>
            <a:off x="744282" y="1724317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PyTest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087F46-B19C-2A3E-5E8B-2860E2A96E1E}"/>
              </a:ext>
            </a:extLst>
          </p:cNvPr>
          <p:cNvSpPr txBox="1"/>
          <p:nvPr/>
        </p:nvSpPr>
        <p:spPr>
          <a:xfrm>
            <a:off x="974651" y="2190170"/>
            <a:ext cx="2413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err="1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PyTest</a:t>
            </a:r>
            <a:r>
              <a:rPr lang="en-US" altLang="zh-TW" sz="15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Script Structure</a:t>
            </a:r>
            <a:endParaRPr lang="zh-TW" altLang="en-US" sz="15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6AD8B0-5B82-278C-AB09-E2A65C1DF198}"/>
              </a:ext>
            </a:extLst>
          </p:cNvPr>
          <p:cNvSpPr txBox="1"/>
          <p:nvPr/>
        </p:nvSpPr>
        <p:spPr>
          <a:xfrm>
            <a:off x="3540643" y="2190677"/>
            <a:ext cx="17118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Allure Report</a:t>
            </a:r>
            <a:endParaRPr lang="zh-TW" altLang="en-US" sz="15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3C41F6-A8A0-F55F-04C6-95E7B3FBDE3A}"/>
              </a:ext>
            </a:extLst>
          </p:cNvPr>
          <p:cNvSpPr txBox="1"/>
          <p:nvPr/>
        </p:nvSpPr>
        <p:spPr>
          <a:xfrm>
            <a:off x="5351722" y="2179907"/>
            <a:ext cx="17118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Syntax Define</a:t>
            </a:r>
            <a:endParaRPr lang="zh-TW" altLang="en-US" sz="15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3E031EF-07EF-DC96-06FE-4D050732E292}"/>
              </a:ext>
            </a:extLst>
          </p:cNvPr>
          <p:cNvSpPr txBox="1"/>
          <p:nvPr/>
        </p:nvSpPr>
        <p:spPr>
          <a:xfrm>
            <a:off x="744282" y="2657537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ACTS 3.0 Instructions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A711A7-3A46-CBEE-66F4-6817BCE67173}"/>
              </a:ext>
            </a:extLst>
          </p:cNvPr>
          <p:cNvSpPr txBox="1"/>
          <p:nvPr/>
        </p:nvSpPr>
        <p:spPr>
          <a:xfrm>
            <a:off x="974651" y="3119202"/>
            <a:ext cx="2413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Runner GUI</a:t>
            </a:r>
            <a:endParaRPr lang="zh-TW" altLang="en-US" sz="15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8A97AB2-C5A1-899F-E800-8085CABAD84E}"/>
              </a:ext>
            </a:extLst>
          </p:cNvPr>
          <p:cNvSpPr txBox="1"/>
          <p:nvPr/>
        </p:nvSpPr>
        <p:spPr>
          <a:xfrm>
            <a:off x="2523461" y="3119202"/>
            <a:ext cx="15272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 Process</a:t>
            </a:r>
            <a:endParaRPr lang="zh-TW" altLang="en-US" sz="15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8ACD0D3-CBE5-D5F1-74AE-03C1F6A4F48F}"/>
              </a:ext>
            </a:extLst>
          </p:cNvPr>
          <p:cNvSpPr txBox="1"/>
          <p:nvPr/>
        </p:nvSpPr>
        <p:spPr>
          <a:xfrm>
            <a:off x="744282" y="3573976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Reference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93FEFE0-4C1C-9930-ACC9-6D146CD3E08C}"/>
              </a:ext>
            </a:extLst>
          </p:cNvPr>
          <p:cNvSpPr txBox="1"/>
          <p:nvPr/>
        </p:nvSpPr>
        <p:spPr>
          <a:xfrm>
            <a:off x="974651" y="4035641"/>
            <a:ext cx="2413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bg1"/>
                </a:solidFill>
                <a:hlinkClick r:id="rId11" action="ppaction://hlinksldjump"/>
              </a:rPr>
              <a:t>API Structure</a:t>
            </a:r>
            <a:endParaRPr lang="zh-TW" altLang="en-US" sz="1500" dirty="0">
              <a:solidFill>
                <a:schemeClr val="bg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304262D-2AB2-FA2D-B071-A996B43B93F9}"/>
              </a:ext>
            </a:extLst>
          </p:cNvPr>
          <p:cNvSpPr txBox="1"/>
          <p:nvPr/>
        </p:nvSpPr>
        <p:spPr>
          <a:xfrm>
            <a:off x="2523460" y="4035641"/>
            <a:ext cx="30550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bg1"/>
                </a:solidFill>
                <a:hlinkClick r:id="rId12" action="ppaction://hlinksldjump"/>
              </a:rPr>
              <a:t>Source Code Documentation</a:t>
            </a:r>
            <a:endParaRPr lang="zh-TW" altLang="en-US" sz="1500" dirty="0">
              <a:solidFill>
                <a:schemeClr val="bg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9E6A23-13CF-6F8A-3931-18CB01AF1973}"/>
              </a:ext>
            </a:extLst>
          </p:cNvPr>
          <p:cNvSpPr txBox="1"/>
          <p:nvPr/>
        </p:nvSpPr>
        <p:spPr>
          <a:xfrm>
            <a:off x="5599813" y="4038642"/>
            <a:ext cx="30550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bg1"/>
                </a:solidFill>
                <a:hlinkClick r:id="rId13" action="ppaction://hlinksldjump"/>
              </a:rPr>
              <a:t>Setup Visual Studio Code</a:t>
            </a:r>
            <a:endParaRPr lang="zh-TW" altLang="en-US" sz="1500" dirty="0">
              <a:solidFill>
                <a:schemeClr val="bg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65D0BE4-E64E-DC8E-AF90-999F6A5E2607}"/>
              </a:ext>
            </a:extLst>
          </p:cNvPr>
          <p:cNvSpPr txBox="1"/>
          <p:nvPr/>
        </p:nvSpPr>
        <p:spPr>
          <a:xfrm>
            <a:off x="4173448" y="3119201"/>
            <a:ext cx="15272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14" action="ppaction://hlinksldjump"/>
              </a:rPr>
              <a:t>Variable </a:t>
            </a:r>
            <a:r>
              <a:rPr lang="en-US" altLang="zh-TW" sz="1500" dirty="0" err="1">
                <a:hlinkClick r:id="rId14" action="ppaction://hlinksldjump"/>
              </a:rPr>
              <a:t>FIles</a:t>
            </a:r>
            <a:endParaRPr lang="zh-TW" altLang="en-US" sz="15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9837F52-3B98-779E-87C0-35D965646942}"/>
              </a:ext>
            </a:extLst>
          </p:cNvPr>
          <p:cNvSpPr txBox="1"/>
          <p:nvPr/>
        </p:nvSpPr>
        <p:spPr>
          <a:xfrm>
            <a:off x="5755759" y="3105422"/>
            <a:ext cx="22752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15" action="ppaction://hlinksldjump"/>
              </a:rPr>
              <a:t>Allure Report Process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78673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E6A2B1-36F6-876E-E8B5-2CE05243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39" y="292094"/>
            <a:ext cx="6994034" cy="498598"/>
          </a:xfrm>
        </p:spPr>
        <p:txBody>
          <a:bodyPr/>
          <a:lstStyle/>
          <a:p>
            <a:r>
              <a:rPr lang="en-US" altLang="zh-TW" dirty="0"/>
              <a:t>What is ACTS 3.0?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41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ACTS 2.1 test site</a:t>
            </a:r>
            <a:endParaRPr lang="zh-TW" altLang="en-US"/>
          </a:p>
        </p:txBody>
      </p:sp>
      <p:pic>
        <p:nvPicPr>
          <p:cNvPr id="1026" name="Picture 2" descr="EX5601-T0, Dual-Band Wireless AX6000 2.5G Ethernet IAD/Gateway">
            <a:extLst>
              <a:ext uri="{FF2B5EF4-FFF2-40B4-BE49-F238E27FC236}">
                <a16:creationId xmlns:a16="http://schemas.microsoft.com/office/drawing/2014/main" id="{6D073CAB-6C88-34AC-AF94-343025D74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135" y="2803326"/>
            <a:ext cx="1065953" cy="106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11C3D7-5A3C-2085-4E8C-957F14E3F6B5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2853776" y="2730549"/>
            <a:ext cx="1483359" cy="317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3E4DFC-A358-D1A7-17BA-66A8925BDA4E}"/>
              </a:ext>
            </a:extLst>
          </p:cNvPr>
          <p:cNvSpPr txBox="1"/>
          <p:nvPr/>
        </p:nvSpPr>
        <p:spPr>
          <a:xfrm>
            <a:off x="3466938" y="2583325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LAN1</a:t>
            </a:r>
            <a:endParaRPr lang="zh-TW" altLang="en-US" sz="1200" err="1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62B3257-CD28-7208-5758-A1B678FFCE2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2854447" y="3415801"/>
            <a:ext cx="1487345" cy="14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C5B241-69D2-DCD9-2539-B934AE5ADCCF}"/>
              </a:ext>
            </a:extLst>
          </p:cNvPr>
          <p:cNvSpPr txBox="1"/>
          <p:nvPr/>
        </p:nvSpPr>
        <p:spPr>
          <a:xfrm>
            <a:off x="3466939" y="314335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LAN2</a:t>
            </a:r>
            <a:endParaRPr lang="zh-TW" altLang="en-US" sz="1200" err="1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59E3241-713F-7E9F-AB2E-8D1D30156C09}"/>
              </a:ext>
            </a:extLst>
          </p:cNvPr>
          <p:cNvCxnSpPr>
            <a:cxnSpLocks/>
          </p:cNvCxnSpPr>
          <p:nvPr/>
        </p:nvCxnSpPr>
        <p:spPr>
          <a:xfrm flipH="1">
            <a:off x="2851447" y="3725108"/>
            <a:ext cx="1485688" cy="430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圖形 12" descr="電腦 以實心填滿">
            <a:extLst>
              <a:ext uri="{FF2B5EF4-FFF2-40B4-BE49-F238E27FC236}">
                <a16:creationId xmlns:a16="http://schemas.microsoft.com/office/drawing/2014/main" id="{1C7B88F9-50B3-089F-8188-911C4ACB76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3034" y="3127253"/>
            <a:ext cx="301413" cy="577095"/>
          </a:xfrm>
          <a:prstGeom prst="rect">
            <a:avLst/>
          </a:prstGeom>
        </p:spPr>
      </p:pic>
      <p:pic>
        <p:nvPicPr>
          <p:cNvPr id="14" name="圖形 13" descr="電腦 以實心填滿">
            <a:extLst>
              <a:ext uri="{FF2B5EF4-FFF2-40B4-BE49-F238E27FC236}">
                <a16:creationId xmlns:a16="http://schemas.microsoft.com/office/drawing/2014/main" id="{C9788917-13AE-B853-D88E-5A10872D9E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0034" y="3869279"/>
            <a:ext cx="301413" cy="577095"/>
          </a:xfrm>
          <a:prstGeom prst="rect">
            <a:avLst/>
          </a:prstGeom>
        </p:spPr>
      </p:pic>
      <p:pic>
        <p:nvPicPr>
          <p:cNvPr id="15" name="圖形 14" descr="電腦 以實心填滿">
            <a:extLst>
              <a:ext uri="{FF2B5EF4-FFF2-40B4-BE49-F238E27FC236}">
                <a16:creationId xmlns:a16="http://schemas.microsoft.com/office/drawing/2014/main" id="{ADFD5695-23CE-E873-DD33-215333D6F2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2363" y="2442001"/>
            <a:ext cx="301413" cy="57709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56A7CE-8DFE-CFDD-ADE1-9F70FE11C77F}"/>
              </a:ext>
            </a:extLst>
          </p:cNvPr>
          <p:cNvSpPr txBox="1"/>
          <p:nvPr/>
        </p:nvSpPr>
        <p:spPr>
          <a:xfrm>
            <a:off x="3466939" y="3565848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DMZ</a:t>
            </a:r>
            <a:endParaRPr lang="zh-TW" altLang="en-US" sz="1200" err="1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DDD2E27-297C-8C08-475F-997D4505F942}"/>
              </a:ext>
            </a:extLst>
          </p:cNvPr>
          <p:cNvSpPr txBox="1"/>
          <p:nvPr/>
        </p:nvSpPr>
        <p:spPr>
          <a:xfrm>
            <a:off x="1820844" y="2416638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LAN1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圖形 23" descr="電腦 以實心填滿">
            <a:extLst>
              <a:ext uri="{FF2B5EF4-FFF2-40B4-BE49-F238E27FC236}">
                <a16:creationId xmlns:a16="http://schemas.microsoft.com/office/drawing/2014/main" id="{9170E9AD-E941-BF0B-F380-94CA305EB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407" t="17600" b="19289"/>
          <a:stretch/>
        </p:blipFill>
        <p:spPr>
          <a:xfrm>
            <a:off x="2903554" y="1544439"/>
            <a:ext cx="936412" cy="577095"/>
          </a:xfrm>
          <a:prstGeom prst="rect">
            <a:avLst/>
          </a:prstGeom>
        </p:spPr>
      </p:pic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02D7C4C-9299-05CA-9AA8-2C3E5ED69059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371760" y="2121534"/>
            <a:ext cx="0" cy="74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60A4899-62D8-5C4F-BB1E-1445464A2F86}"/>
              </a:ext>
            </a:extLst>
          </p:cNvPr>
          <p:cNvSpPr txBox="1"/>
          <p:nvPr/>
        </p:nvSpPr>
        <p:spPr>
          <a:xfrm>
            <a:off x="2180761" y="1599388"/>
            <a:ext cx="59605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ACTS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(WIN7)</a:t>
            </a:r>
            <a:endParaRPr lang="zh-TW" altLang="en-US" sz="12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F45B66F-240B-DE2D-29FE-EBEE7E87323B}"/>
              </a:ext>
            </a:extLst>
          </p:cNvPr>
          <p:cNvSpPr txBox="1"/>
          <p:nvPr/>
        </p:nvSpPr>
        <p:spPr>
          <a:xfrm>
            <a:off x="1820844" y="3085247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LAN2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FF3E970-C203-B8A4-83FE-2C2323508078}"/>
              </a:ext>
            </a:extLst>
          </p:cNvPr>
          <p:cNvSpPr txBox="1"/>
          <p:nvPr/>
        </p:nvSpPr>
        <p:spPr>
          <a:xfrm>
            <a:off x="1820843" y="3840254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DMZ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圖形 39" descr="同步雲端 外框">
            <a:extLst>
              <a:ext uri="{FF2B5EF4-FFF2-40B4-BE49-F238E27FC236}">
                <a16:creationId xmlns:a16="http://schemas.microsoft.com/office/drawing/2014/main" id="{A81A76A5-AEFB-67DB-7BF0-68D387425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091" y="2801789"/>
            <a:ext cx="914400" cy="914400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4A45B59E-C506-14AE-8208-861FAFC5E0F6}"/>
              </a:ext>
            </a:extLst>
          </p:cNvPr>
          <p:cNvSpPr/>
          <p:nvPr/>
        </p:nvSpPr>
        <p:spPr>
          <a:xfrm>
            <a:off x="6358128" y="3127253"/>
            <a:ext cx="372533" cy="3610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E019E36-6720-DE7C-6F94-95C0FAAC660F}"/>
              </a:ext>
            </a:extLst>
          </p:cNvPr>
          <p:cNvSpPr txBox="1"/>
          <p:nvPr/>
        </p:nvSpPr>
        <p:spPr>
          <a:xfrm>
            <a:off x="6260264" y="3197802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WAN</a:t>
            </a:r>
            <a:endParaRPr lang="zh-TW" altLang="en-US" sz="1200" err="1"/>
          </a:p>
        </p:txBody>
      </p:sp>
      <p:pic>
        <p:nvPicPr>
          <p:cNvPr id="43" name="圖形 42" descr="電腦 以實心填滿">
            <a:extLst>
              <a:ext uri="{FF2B5EF4-FFF2-40B4-BE49-F238E27FC236}">
                <a16:creationId xmlns:a16="http://schemas.microsoft.com/office/drawing/2014/main" id="{F8AFF820-A810-B3FC-5ED4-8740A3840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407584" y="3795050"/>
            <a:ext cx="301413" cy="577095"/>
          </a:xfrm>
          <a:prstGeom prst="rect">
            <a:avLst/>
          </a:prstGeom>
        </p:spPr>
      </p:pic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16B4417-769D-358F-2AF8-118E6BF8EC5F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6558290" y="3507614"/>
            <a:ext cx="1" cy="287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23C5BAE-91F1-6836-E2AA-4EAF57B176DC}"/>
              </a:ext>
            </a:extLst>
          </p:cNvPr>
          <p:cNvSpPr txBox="1"/>
          <p:nvPr/>
        </p:nvSpPr>
        <p:spPr>
          <a:xfrm>
            <a:off x="6635760" y="3813731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WAN</a:t>
            </a:r>
            <a:br>
              <a:rPr lang="en-US" altLang="zh-TW" sz="1200"/>
            </a:br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9BF0DF28-B581-A8D9-718A-0369ECB6DDC0}"/>
              </a:ext>
            </a:extLst>
          </p:cNvPr>
          <p:cNvCxnSpPr>
            <a:cxnSpLocks/>
          </p:cNvCxnSpPr>
          <p:nvPr/>
        </p:nvCxnSpPr>
        <p:spPr>
          <a:xfrm flipH="1" flipV="1">
            <a:off x="5298907" y="3345747"/>
            <a:ext cx="774391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圖形 51" descr="電腦 以實心填滿">
            <a:extLst>
              <a:ext uri="{FF2B5EF4-FFF2-40B4-BE49-F238E27FC236}">
                <a16:creationId xmlns:a16="http://schemas.microsoft.com/office/drawing/2014/main" id="{63E97F36-2B66-DC40-CEF0-257777B7D0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7391486" y="3027217"/>
            <a:ext cx="301413" cy="577095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CD1A98F2-351C-5337-04B3-E847E1AA4759}"/>
              </a:ext>
            </a:extLst>
          </p:cNvPr>
          <p:cNvSpPr txBox="1"/>
          <p:nvPr/>
        </p:nvSpPr>
        <p:spPr>
          <a:xfrm>
            <a:off x="7584028" y="3125222"/>
            <a:ext cx="10727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AXESS3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(TR-069</a:t>
            </a:r>
            <a:r>
              <a:rPr lang="zh-TW" altLang="en-US" sz="11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ACS)</a:t>
            </a:r>
            <a:endParaRPr lang="zh-TW" altLang="en-US" sz="110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0934B94A-8228-D641-DCD3-DFE629093732}"/>
              </a:ext>
            </a:extLst>
          </p:cNvPr>
          <p:cNvCxnSpPr>
            <a:cxnSpLocks/>
          </p:cNvCxnSpPr>
          <p:nvPr/>
        </p:nvCxnSpPr>
        <p:spPr>
          <a:xfrm flipH="1" flipV="1">
            <a:off x="7015491" y="3356250"/>
            <a:ext cx="379730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圖形 55" descr="電腦 以實心填滿">
            <a:extLst>
              <a:ext uri="{FF2B5EF4-FFF2-40B4-BE49-F238E27FC236}">
                <a16:creationId xmlns:a16="http://schemas.microsoft.com/office/drawing/2014/main" id="{ED852851-A5CC-6C19-901E-68B22475CE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393687" y="1607518"/>
            <a:ext cx="301413" cy="577095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0EBA9C4F-A31F-23B9-A6DB-8C8DE1C5E696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541358" y="2184613"/>
            <a:ext cx="3036" cy="774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6897C59D-B2D6-CEB3-2CB1-FF26926C7D28}"/>
              </a:ext>
            </a:extLst>
          </p:cNvPr>
          <p:cNvSpPr txBox="1"/>
          <p:nvPr/>
        </p:nvSpPr>
        <p:spPr>
          <a:xfrm>
            <a:off x="6683809" y="1659300"/>
            <a:ext cx="75946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NAT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1786A150-9ECA-CEAA-9AAF-1FF44E3E3C80}"/>
              </a:ext>
            </a:extLst>
          </p:cNvPr>
          <p:cNvSpPr/>
          <p:nvPr/>
        </p:nvSpPr>
        <p:spPr>
          <a:xfrm>
            <a:off x="1650661" y="1225973"/>
            <a:ext cx="7006092" cy="3434080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77CB5AC-6CC9-A66B-1131-D6AD5AFE8863}"/>
              </a:ext>
            </a:extLst>
          </p:cNvPr>
          <p:cNvCxnSpPr/>
          <p:nvPr/>
        </p:nvCxnSpPr>
        <p:spPr>
          <a:xfrm>
            <a:off x="4436533" y="846667"/>
            <a:ext cx="2871894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25" name="直線接點 1024">
            <a:extLst>
              <a:ext uri="{FF2B5EF4-FFF2-40B4-BE49-F238E27FC236}">
                <a16:creationId xmlns:a16="http://schemas.microsoft.com/office/drawing/2014/main" id="{C0E37A8D-83E7-F427-18DB-0C0B70362BD0}"/>
              </a:ext>
            </a:extLst>
          </p:cNvPr>
          <p:cNvCxnSpPr>
            <a:stCxn id="56" idx="0"/>
          </p:cNvCxnSpPr>
          <p:nvPr/>
        </p:nvCxnSpPr>
        <p:spPr>
          <a:xfrm flipH="1" flipV="1">
            <a:off x="6541358" y="846667"/>
            <a:ext cx="3036" cy="7608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文字方塊 1026">
            <a:extLst>
              <a:ext uri="{FF2B5EF4-FFF2-40B4-BE49-F238E27FC236}">
                <a16:creationId xmlns:a16="http://schemas.microsoft.com/office/drawing/2014/main" id="{B69074BD-0F5C-E379-C279-8C02D88B6823}"/>
              </a:ext>
            </a:extLst>
          </p:cNvPr>
          <p:cNvSpPr txBox="1"/>
          <p:nvPr/>
        </p:nvSpPr>
        <p:spPr>
          <a:xfrm>
            <a:off x="4480421" y="1291046"/>
            <a:ext cx="1675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/>
              <a:t>ACTS</a:t>
            </a:r>
            <a:r>
              <a:rPr lang="zh-TW" altLang="en-US" sz="1600" b="1"/>
              <a:t> </a:t>
            </a:r>
            <a:r>
              <a:rPr lang="en-US" altLang="zh-TW" sz="1600" b="1"/>
              <a:t>Site</a:t>
            </a:r>
          </a:p>
          <a:p>
            <a:pPr algn="ctr"/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Build by </a:t>
            </a:r>
            <a:br>
              <a:rPr lang="en-US" altLang="zh-TW" sz="12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TW" sz="1200" err="1">
                <a:solidFill>
                  <a:schemeClr val="bg1">
                    <a:lumMod val="50000"/>
                  </a:schemeClr>
                </a:solidFill>
              </a:rPr>
              <a:t>vmware</a:t>
            </a:r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 vSphere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8" name="文字方塊 1027">
            <a:extLst>
              <a:ext uri="{FF2B5EF4-FFF2-40B4-BE49-F238E27FC236}">
                <a16:creationId xmlns:a16="http://schemas.microsoft.com/office/drawing/2014/main" id="{5E8D69D8-1615-DF17-2E0D-80F407B2556B}"/>
              </a:ext>
            </a:extLst>
          </p:cNvPr>
          <p:cNvSpPr txBox="1"/>
          <p:nvPr/>
        </p:nvSpPr>
        <p:spPr>
          <a:xfrm>
            <a:off x="4622141" y="371618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DUT</a:t>
            </a:r>
            <a:endParaRPr lang="zh-TW" altLang="en-US" sz="1200" err="1"/>
          </a:p>
        </p:txBody>
      </p:sp>
      <p:sp>
        <p:nvSpPr>
          <p:cNvPr id="1029" name="文字方塊 1028">
            <a:extLst>
              <a:ext uri="{FF2B5EF4-FFF2-40B4-BE49-F238E27FC236}">
                <a16:creationId xmlns:a16="http://schemas.microsoft.com/office/drawing/2014/main" id="{0536FF61-B739-DEB1-6E67-A7459B5CC1C3}"/>
              </a:ext>
            </a:extLst>
          </p:cNvPr>
          <p:cNvSpPr txBox="1"/>
          <p:nvPr/>
        </p:nvSpPr>
        <p:spPr>
          <a:xfrm>
            <a:off x="4372992" y="574856"/>
            <a:ext cx="2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Lab or office network (Internet)</a:t>
            </a:r>
            <a:endParaRPr lang="zh-TW" altLang="en-US" sz="1200" err="1"/>
          </a:p>
        </p:txBody>
      </p:sp>
      <p:pic>
        <p:nvPicPr>
          <p:cNvPr id="1031" name="圖片 1030">
            <a:extLst>
              <a:ext uri="{FF2B5EF4-FFF2-40B4-BE49-F238E27FC236}">
                <a16:creationId xmlns:a16="http://schemas.microsoft.com/office/drawing/2014/main" id="{27855CDA-B555-5487-FB0E-27D91C75D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1887" y="1638472"/>
            <a:ext cx="227055" cy="209247"/>
          </a:xfrm>
          <a:prstGeom prst="rect">
            <a:avLst/>
          </a:prstGeom>
        </p:spPr>
      </p:pic>
      <p:grpSp>
        <p:nvGrpSpPr>
          <p:cNvPr id="1032" name="群組 1031">
            <a:extLst>
              <a:ext uri="{FF2B5EF4-FFF2-40B4-BE49-F238E27FC236}">
                <a16:creationId xmlns:a16="http://schemas.microsoft.com/office/drawing/2014/main" id="{92A061BD-3C32-BBA5-D770-708D938186E4}"/>
              </a:ext>
            </a:extLst>
          </p:cNvPr>
          <p:cNvGrpSpPr/>
          <p:nvPr/>
        </p:nvGrpSpPr>
        <p:grpSpPr>
          <a:xfrm>
            <a:off x="189060" y="2365675"/>
            <a:ext cx="871727" cy="1139551"/>
            <a:chOff x="3742944" y="2076659"/>
            <a:chExt cx="871727" cy="1139551"/>
          </a:xfrm>
        </p:grpSpPr>
        <p:sp>
          <p:nvSpPr>
            <p:cNvPr id="1033" name="矩形: 圓角 1032">
              <a:extLst>
                <a:ext uri="{FF2B5EF4-FFF2-40B4-BE49-F238E27FC236}">
                  <a16:creationId xmlns:a16="http://schemas.microsoft.com/office/drawing/2014/main" id="{77C2247A-B777-0A15-478D-357755057338}"/>
                </a:ext>
              </a:extLst>
            </p:cNvPr>
            <p:cNvSpPr/>
            <p:nvPr/>
          </p:nvSpPr>
          <p:spPr>
            <a:xfrm>
              <a:off x="3742944" y="2076659"/>
              <a:ext cx="871727" cy="101605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034" name="Picture 2" descr="EX5601-T0, Dual-Band Wireless AX6000 2.5G Ethernet IAD/Gateway">
              <a:extLst>
                <a:ext uri="{FF2B5EF4-FFF2-40B4-BE49-F238E27FC236}">
                  <a16:creationId xmlns:a16="http://schemas.microsoft.com/office/drawing/2014/main" id="{97F4D375-F23D-7B02-7F1E-E29A2BEFF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356" y="2610919"/>
              <a:ext cx="605291" cy="605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5" name="圖形 1034" descr="電腦 以實心填滿">
              <a:extLst>
                <a:ext uri="{FF2B5EF4-FFF2-40B4-BE49-F238E27FC236}">
                  <a16:creationId xmlns:a16="http://schemas.microsoft.com/office/drawing/2014/main" id="{9E1E7A37-1E5B-C7F6-1789-458D4147D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2407" t="17600" b="19289"/>
            <a:stretch/>
          </p:blipFill>
          <p:spPr>
            <a:xfrm>
              <a:off x="3770833" y="2330808"/>
              <a:ext cx="393152" cy="242293"/>
            </a:xfrm>
            <a:prstGeom prst="rect">
              <a:avLst/>
            </a:prstGeom>
          </p:spPr>
        </p:pic>
        <p:pic>
          <p:nvPicPr>
            <p:cNvPr id="1036" name="圖形 1035" descr="電腦 以實心填滿">
              <a:extLst>
                <a:ext uri="{FF2B5EF4-FFF2-40B4-BE49-F238E27FC236}">
                  <a16:creationId xmlns:a16="http://schemas.microsoft.com/office/drawing/2014/main" id="{797D1085-7810-1809-3AB8-5DCF9E714C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259953" y="2118003"/>
              <a:ext cx="135129" cy="258722"/>
            </a:xfrm>
            <a:prstGeom prst="rect">
              <a:avLst/>
            </a:prstGeom>
          </p:spPr>
        </p:pic>
        <p:pic>
          <p:nvPicPr>
            <p:cNvPr id="1037" name="圖形 1036" descr="電腦 以實心填滿">
              <a:extLst>
                <a:ext uri="{FF2B5EF4-FFF2-40B4-BE49-F238E27FC236}">
                  <a16:creationId xmlns:a16="http://schemas.microsoft.com/office/drawing/2014/main" id="{7807DD3A-5811-6DA7-6A36-C488D9E23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366430" y="2425115"/>
              <a:ext cx="135129" cy="258722"/>
            </a:xfrm>
            <a:prstGeom prst="rect">
              <a:avLst/>
            </a:prstGeom>
          </p:spPr>
        </p:pic>
      </p:grpSp>
      <p:sp>
        <p:nvSpPr>
          <p:cNvPr id="1038" name="左大括弧 1037">
            <a:extLst>
              <a:ext uri="{FF2B5EF4-FFF2-40B4-BE49-F238E27FC236}">
                <a16:creationId xmlns:a16="http://schemas.microsoft.com/office/drawing/2014/main" id="{957BF80E-0DB7-C09E-ED88-40FDB8E5FBCD}"/>
              </a:ext>
            </a:extLst>
          </p:cNvPr>
          <p:cNvSpPr/>
          <p:nvPr/>
        </p:nvSpPr>
        <p:spPr>
          <a:xfrm>
            <a:off x="1131320" y="1225973"/>
            <a:ext cx="368635" cy="3303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2984153" y="1772417"/>
            <a:ext cx="5025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>
                <a:solidFill>
                  <a:schemeClr val="bg1">
                    <a:lumMod val="50000"/>
                  </a:schemeClr>
                </a:solidFill>
              </a:rPr>
              <a:t>TCL/TK</a:t>
            </a:r>
            <a:endParaRPr lang="zh-TW" altLang="en-US" sz="700" err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5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ACTS 3.0 test site</a:t>
            </a:r>
            <a:endParaRPr lang="zh-TW" altLang="en-US"/>
          </a:p>
        </p:txBody>
      </p:sp>
      <p:pic>
        <p:nvPicPr>
          <p:cNvPr id="1026" name="Picture 2" descr="EX5601-T0, Dual-Band Wireless AX6000 2.5G Ethernet IAD/Gateway">
            <a:extLst>
              <a:ext uri="{FF2B5EF4-FFF2-40B4-BE49-F238E27FC236}">
                <a16:creationId xmlns:a16="http://schemas.microsoft.com/office/drawing/2014/main" id="{6D073CAB-6C88-34AC-AF94-343025D74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135" y="2803326"/>
            <a:ext cx="1065953" cy="106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11C3D7-5A3C-2085-4E8C-957F14E3F6B5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2853776" y="2730549"/>
            <a:ext cx="1483359" cy="317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3E4DFC-A358-D1A7-17BA-66A8925BDA4E}"/>
              </a:ext>
            </a:extLst>
          </p:cNvPr>
          <p:cNvSpPr txBox="1"/>
          <p:nvPr/>
        </p:nvSpPr>
        <p:spPr>
          <a:xfrm>
            <a:off x="3466938" y="2583325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LAN1</a:t>
            </a:r>
            <a:endParaRPr lang="zh-TW" altLang="en-US" sz="1200" err="1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62B3257-CD28-7208-5758-A1B678FFCE2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2854447" y="3415801"/>
            <a:ext cx="1487345" cy="14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C5B241-69D2-DCD9-2539-B934AE5ADCCF}"/>
              </a:ext>
            </a:extLst>
          </p:cNvPr>
          <p:cNvSpPr txBox="1"/>
          <p:nvPr/>
        </p:nvSpPr>
        <p:spPr>
          <a:xfrm>
            <a:off x="3466939" y="314335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LAN2</a:t>
            </a:r>
            <a:endParaRPr lang="zh-TW" altLang="en-US" sz="1200" err="1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59E3241-713F-7E9F-AB2E-8D1D30156C09}"/>
              </a:ext>
            </a:extLst>
          </p:cNvPr>
          <p:cNvCxnSpPr>
            <a:cxnSpLocks/>
          </p:cNvCxnSpPr>
          <p:nvPr/>
        </p:nvCxnSpPr>
        <p:spPr>
          <a:xfrm flipH="1">
            <a:off x="2851447" y="3725108"/>
            <a:ext cx="1485688" cy="430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圖形 12" descr="電腦 以實心填滿">
            <a:extLst>
              <a:ext uri="{FF2B5EF4-FFF2-40B4-BE49-F238E27FC236}">
                <a16:creationId xmlns:a16="http://schemas.microsoft.com/office/drawing/2014/main" id="{1C7B88F9-50B3-089F-8188-911C4ACB76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3034" y="3127253"/>
            <a:ext cx="301413" cy="577095"/>
          </a:xfrm>
          <a:prstGeom prst="rect">
            <a:avLst/>
          </a:prstGeom>
        </p:spPr>
      </p:pic>
      <p:pic>
        <p:nvPicPr>
          <p:cNvPr id="14" name="圖形 13" descr="電腦 以實心填滿">
            <a:extLst>
              <a:ext uri="{FF2B5EF4-FFF2-40B4-BE49-F238E27FC236}">
                <a16:creationId xmlns:a16="http://schemas.microsoft.com/office/drawing/2014/main" id="{C9788917-13AE-B853-D88E-5A10872D9E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0034" y="3869279"/>
            <a:ext cx="301413" cy="577095"/>
          </a:xfrm>
          <a:prstGeom prst="rect">
            <a:avLst/>
          </a:prstGeom>
        </p:spPr>
      </p:pic>
      <p:pic>
        <p:nvPicPr>
          <p:cNvPr id="15" name="圖形 14" descr="電腦 以實心填滿">
            <a:extLst>
              <a:ext uri="{FF2B5EF4-FFF2-40B4-BE49-F238E27FC236}">
                <a16:creationId xmlns:a16="http://schemas.microsoft.com/office/drawing/2014/main" id="{ADFD5695-23CE-E873-DD33-215333D6F2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2363" y="2442001"/>
            <a:ext cx="301413" cy="57709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56A7CE-8DFE-CFDD-ADE1-9F70FE11C77F}"/>
              </a:ext>
            </a:extLst>
          </p:cNvPr>
          <p:cNvSpPr txBox="1"/>
          <p:nvPr/>
        </p:nvSpPr>
        <p:spPr>
          <a:xfrm>
            <a:off x="3466939" y="3565848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DMZ</a:t>
            </a:r>
            <a:endParaRPr lang="zh-TW" altLang="en-US" sz="1200" err="1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DDD2E27-297C-8C08-475F-997D4505F942}"/>
              </a:ext>
            </a:extLst>
          </p:cNvPr>
          <p:cNvSpPr txBox="1"/>
          <p:nvPr/>
        </p:nvSpPr>
        <p:spPr>
          <a:xfrm>
            <a:off x="1820844" y="2416638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LAN1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圖形 23" descr="電腦 以實心填滿">
            <a:extLst>
              <a:ext uri="{FF2B5EF4-FFF2-40B4-BE49-F238E27FC236}">
                <a16:creationId xmlns:a16="http://schemas.microsoft.com/office/drawing/2014/main" id="{9170E9AD-E941-BF0B-F380-94CA305EBC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07" t="17600" b="19289"/>
          <a:stretch/>
        </p:blipFill>
        <p:spPr>
          <a:xfrm>
            <a:off x="2903554" y="1544439"/>
            <a:ext cx="936412" cy="577095"/>
          </a:xfrm>
          <a:prstGeom prst="rect">
            <a:avLst/>
          </a:prstGeom>
        </p:spPr>
      </p:pic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02D7C4C-9299-05CA-9AA8-2C3E5ED69059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371760" y="2121534"/>
            <a:ext cx="0" cy="74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60A4899-62D8-5C4F-BB1E-1445464A2F86}"/>
              </a:ext>
            </a:extLst>
          </p:cNvPr>
          <p:cNvSpPr txBox="1"/>
          <p:nvPr/>
        </p:nvSpPr>
        <p:spPr>
          <a:xfrm>
            <a:off x="2158277" y="1580757"/>
            <a:ext cx="75221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ACTS</a:t>
            </a:r>
            <a:br>
              <a:rPr lang="en-US" altLang="zh-TW" sz="1200"/>
            </a:br>
            <a:r>
              <a:rPr lang="en-US" altLang="zh-TW" sz="1100">
                <a:solidFill>
                  <a:schemeClr val="accent3"/>
                </a:solidFill>
              </a:rPr>
              <a:t>(WIN11)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F45B66F-240B-DE2D-29FE-EBEE7E87323B}"/>
              </a:ext>
            </a:extLst>
          </p:cNvPr>
          <p:cNvSpPr txBox="1"/>
          <p:nvPr/>
        </p:nvSpPr>
        <p:spPr>
          <a:xfrm>
            <a:off x="1820844" y="3085247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LAN2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FF3E970-C203-B8A4-83FE-2C2323508078}"/>
              </a:ext>
            </a:extLst>
          </p:cNvPr>
          <p:cNvSpPr txBox="1"/>
          <p:nvPr/>
        </p:nvSpPr>
        <p:spPr>
          <a:xfrm>
            <a:off x="1820843" y="3840254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DMZ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圖形 39" descr="同步雲端 外框">
            <a:extLst>
              <a:ext uri="{FF2B5EF4-FFF2-40B4-BE49-F238E27FC236}">
                <a16:creationId xmlns:a16="http://schemas.microsoft.com/office/drawing/2014/main" id="{A81A76A5-AEFB-67DB-7BF0-68D3874251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1091" y="2801789"/>
            <a:ext cx="914400" cy="914400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4A45B59E-C506-14AE-8208-861FAFC5E0F6}"/>
              </a:ext>
            </a:extLst>
          </p:cNvPr>
          <p:cNvSpPr/>
          <p:nvPr/>
        </p:nvSpPr>
        <p:spPr>
          <a:xfrm>
            <a:off x="6358128" y="3127253"/>
            <a:ext cx="372533" cy="3610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E019E36-6720-DE7C-6F94-95C0FAAC660F}"/>
              </a:ext>
            </a:extLst>
          </p:cNvPr>
          <p:cNvSpPr txBox="1"/>
          <p:nvPr/>
        </p:nvSpPr>
        <p:spPr>
          <a:xfrm>
            <a:off x="6260264" y="3197802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WAN</a:t>
            </a:r>
            <a:endParaRPr lang="zh-TW" altLang="en-US" sz="1200" err="1"/>
          </a:p>
        </p:txBody>
      </p:sp>
      <p:pic>
        <p:nvPicPr>
          <p:cNvPr id="43" name="圖形 42" descr="電腦 以實心填滿">
            <a:extLst>
              <a:ext uri="{FF2B5EF4-FFF2-40B4-BE49-F238E27FC236}">
                <a16:creationId xmlns:a16="http://schemas.microsoft.com/office/drawing/2014/main" id="{F8AFF820-A810-B3FC-5ED4-8740A3840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407584" y="3795050"/>
            <a:ext cx="301413" cy="577095"/>
          </a:xfrm>
          <a:prstGeom prst="rect">
            <a:avLst/>
          </a:prstGeom>
        </p:spPr>
      </p:pic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16B4417-769D-358F-2AF8-118E6BF8EC5F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6558290" y="3507614"/>
            <a:ext cx="1" cy="287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23C5BAE-91F1-6836-E2AA-4EAF57B176DC}"/>
              </a:ext>
            </a:extLst>
          </p:cNvPr>
          <p:cNvSpPr txBox="1"/>
          <p:nvPr/>
        </p:nvSpPr>
        <p:spPr>
          <a:xfrm>
            <a:off x="6635760" y="3813731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WAN</a:t>
            </a:r>
            <a:br>
              <a:rPr lang="en-US" altLang="zh-TW" sz="1200"/>
            </a:br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9BF0DF28-B581-A8D9-718A-0369ECB6DDC0}"/>
              </a:ext>
            </a:extLst>
          </p:cNvPr>
          <p:cNvCxnSpPr>
            <a:cxnSpLocks/>
          </p:cNvCxnSpPr>
          <p:nvPr/>
        </p:nvCxnSpPr>
        <p:spPr>
          <a:xfrm flipH="1" flipV="1">
            <a:off x="5298907" y="3345747"/>
            <a:ext cx="774391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圖形 51" descr="電腦 以實心填滿">
            <a:extLst>
              <a:ext uri="{FF2B5EF4-FFF2-40B4-BE49-F238E27FC236}">
                <a16:creationId xmlns:a16="http://schemas.microsoft.com/office/drawing/2014/main" id="{63E97F36-2B66-DC40-CEF0-257777B7D04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7037" t="17600" b="19289"/>
          <a:stretch/>
        </p:blipFill>
        <p:spPr>
          <a:xfrm>
            <a:off x="7391486" y="3027217"/>
            <a:ext cx="301413" cy="577095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CD1A98F2-351C-5337-04B3-E847E1AA4759}"/>
              </a:ext>
            </a:extLst>
          </p:cNvPr>
          <p:cNvSpPr txBox="1"/>
          <p:nvPr/>
        </p:nvSpPr>
        <p:spPr>
          <a:xfrm>
            <a:off x="7584028" y="3125222"/>
            <a:ext cx="10727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AXESS4</a:t>
            </a:r>
            <a:br>
              <a:rPr lang="en-US" altLang="zh-TW" sz="1200"/>
            </a:br>
            <a:r>
              <a:rPr lang="en-US" altLang="zh-TW" sz="1100">
                <a:solidFill>
                  <a:schemeClr val="accent3"/>
                </a:solidFill>
              </a:rPr>
              <a:t>(TR-369</a:t>
            </a:r>
            <a:r>
              <a:rPr lang="zh-TW" altLang="en-US" sz="1100">
                <a:solidFill>
                  <a:schemeClr val="accent3"/>
                </a:solidFill>
              </a:rPr>
              <a:t> </a:t>
            </a:r>
            <a:r>
              <a:rPr lang="en-US" altLang="zh-TW" sz="1100">
                <a:solidFill>
                  <a:schemeClr val="accent3"/>
                </a:solidFill>
              </a:rPr>
              <a:t>ACS)</a:t>
            </a:r>
            <a:endParaRPr lang="zh-TW" altLang="en-US" sz="1100">
              <a:solidFill>
                <a:schemeClr val="accent3"/>
              </a:solidFill>
            </a:endParaRPr>
          </a:p>
          <a:p>
            <a:pPr algn="ctr"/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0934B94A-8228-D641-DCD3-DFE629093732}"/>
              </a:ext>
            </a:extLst>
          </p:cNvPr>
          <p:cNvCxnSpPr>
            <a:cxnSpLocks/>
          </p:cNvCxnSpPr>
          <p:nvPr/>
        </p:nvCxnSpPr>
        <p:spPr>
          <a:xfrm flipH="1" flipV="1">
            <a:off x="7015491" y="3356250"/>
            <a:ext cx="379730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圖形 55" descr="電腦 以實心填滿">
            <a:extLst>
              <a:ext uri="{FF2B5EF4-FFF2-40B4-BE49-F238E27FC236}">
                <a16:creationId xmlns:a16="http://schemas.microsoft.com/office/drawing/2014/main" id="{ED852851-A5CC-6C19-901E-68B22475CE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393687" y="1607518"/>
            <a:ext cx="301413" cy="577095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0EBA9C4F-A31F-23B9-A6DB-8C8DE1C5E696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541358" y="2184613"/>
            <a:ext cx="3036" cy="774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6897C59D-B2D6-CEB3-2CB1-FF26926C7D28}"/>
              </a:ext>
            </a:extLst>
          </p:cNvPr>
          <p:cNvSpPr txBox="1"/>
          <p:nvPr/>
        </p:nvSpPr>
        <p:spPr>
          <a:xfrm>
            <a:off x="6683809" y="1659300"/>
            <a:ext cx="75946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NAT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1786A150-9ECA-CEAA-9AAF-1FF44E3E3C80}"/>
              </a:ext>
            </a:extLst>
          </p:cNvPr>
          <p:cNvSpPr/>
          <p:nvPr/>
        </p:nvSpPr>
        <p:spPr>
          <a:xfrm>
            <a:off x="1650661" y="1225973"/>
            <a:ext cx="7006092" cy="3434080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77CB5AC-6CC9-A66B-1131-D6AD5AFE8863}"/>
              </a:ext>
            </a:extLst>
          </p:cNvPr>
          <p:cNvCxnSpPr/>
          <p:nvPr/>
        </p:nvCxnSpPr>
        <p:spPr>
          <a:xfrm>
            <a:off x="4436533" y="846667"/>
            <a:ext cx="2871894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25" name="直線接點 1024">
            <a:extLst>
              <a:ext uri="{FF2B5EF4-FFF2-40B4-BE49-F238E27FC236}">
                <a16:creationId xmlns:a16="http://schemas.microsoft.com/office/drawing/2014/main" id="{C0E37A8D-83E7-F427-18DB-0C0B70362BD0}"/>
              </a:ext>
            </a:extLst>
          </p:cNvPr>
          <p:cNvCxnSpPr>
            <a:stCxn id="56" idx="0"/>
          </p:cNvCxnSpPr>
          <p:nvPr/>
        </p:nvCxnSpPr>
        <p:spPr>
          <a:xfrm flipH="1" flipV="1">
            <a:off x="6541358" y="846667"/>
            <a:ext cx="3036" cy="7608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文字方塊 1027">
            <a:extLst>
              <a:ext uri="{FF2B5EF4-FFF2-40B4-BE49-F238E27FC236}">
                <a16:creationId xmlns:a16="http://schemas.microsoft.com/office/drawing/2014/main" id="{5E8D69D8-1615-DF17-2E0D-80F407B2556B}"/>
              </a:ext>
            </a:extLst>
          </p:cNvPr>
          <p:cNvSpPr txBox="1"/>
          <p:nvPr/>
        </p:nvSpPr>
        <p:spPr>
          <a:xfrm>
            <a:off x="4622141" y="371618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DUT</a:t>
            </a:r>
            <a:endParaRPr lang="zh-TW" altLang="en-US" sz="1200" err="1"/>
          </a:p>
        </p:txBody>
      </p:sp>
      <p:sp>
        <p:nvSpPr>
          <p:cNvPr id="1029" name="文字方塊 1028">
            <a:extLst>
              <a:ext uri="{FF2B5EF4-FFF2-40B4-BE49-F238E27FC236}">
                <a16:creationId xmlns:a16="http://schemas.microsoft.com/office/drawing/2014/main" id="{0536FF61-B739-DEB1-6E67-A7459B5CC1C3}"/>
              </a:ext>
            </a:extLst>
          </p:cNvPr>
          <p:cNvSpPr txBox="1"/>
          <p:nvPr/>
        </p:nvSpPr>
        <p:spPr>
          <a:xfrm>
            <a:off x="4372992" y="574856"/>
            <a:ext cx="2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Lab or office network (Internet)</a:t>
            </a:r>
            <a:endParaRPr lang="zh-TW" altLang="en-US" sz="1200" err="1"/>
          </a:p>
        </p:txBody>
      </p:sp>
      <p:pic>
        <p:nvPicPr>
          <p:cNvPr id="2" name="Picture 4" descr="Pytest - Testmo Integrations">
            <a:extLst>
              <a:ext uri="{FF2B5EF4-FFF2-40B4-BE49-F238E27FC236}">
                <a16:creationId xmlns:a16="http://schemas.microsoft.com/office/drawing/2014/main" id="{FDC22192-E853-C47E-841A-5940440AE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05" y="1730033"/>
            <a:ext cx="455614" cy="11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1F60F69-327F-7157-A95B-830D3BF426DD}"/>
              </a:ext>
            </a:extLst>
          </p:cNvPr>
          <p:cNvSpPr txBox="1"/>
          <p:nvPr/>
        </p:nvSpPr>
        <p:spPr>
          <a:xfrm>
            <a:off x="4480421" y="1291046"/>
            <a:ext cx="1675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/>
              <a:t>ACTS</a:t>
            </a:r>
            <a:r>
              <a:rPr lang="zh-TW" altLang="en-US" sz="1600" b="1"/>
              <a:t> </a:t>
            </a:r>
            <a:r>
              <a:rPr lang="en-US" altLang="zh-TW" sz="1600" b="1"/>
              <a:t>Site</a:t>
            </a:r>
          </a:p>
          <a:p>
            <a:pPr algn="ctr"/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Build by </a:t>
            </a:r>
            <a:br>
              <a:rPr lang="en-US" altLang="zh-TW" sz="12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TW" sz="1200" err="1">
                <a:solidFill>
                  <a:schemeClr val="bg1">
                    <a:lumMod val="50000"/>
                  </a:schemeClr>
                </a:solidFill>
              </a:rPr>
              <a:t>vmware</a:t>
            </a:r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 vSphere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CDBB1C3-83C6-DD43-9310-6520407DCF38}"/>
              </a:ext>
            </a:extLst>
          </p:cNvPr>
          <p:cNvGrpSpPr/>
          <p:nvPr/>
        </p:nvGrpSpPr>
        <p:grpSpPr>
          <a:xfrm>
            <a:off x="189060" y="2365675"/>
            <a:ext cx="871727" cy="1139551"/>
            <a:chOff x="3742944" y="2076659"/>
            <a:chExt cx="871727" cy="1139551"/>
          </a:xfrm>
        </p:grpSpPr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98029FB1-10CA-A18F-241B-D4ADDE651235}"/>
                </a:ext>
              </a:extLst>
            </p:cNvPr>
            <p:cNvSpPr/>
            <p:nvPr/>
          </p:nvSpPr>
          <p:spPr>
            <a:xfrm>
              <a:off x="3742944" y="2076659"/>
              <a:ext cx="871727" cy="101605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2" name="Picture 2" descr="EX5601-T0, Dual-Band Wireless AX6000 2.5G Ethernet IAD/Gateway">
              <a:extLst>
                <a:ext uri="{FF2B5EF4-FFF2-40B4-BE49-F238E27FC236}">
                  <a16:creationId xmlns:a16="http://schemas.microsoft.com/office/drawing/2014/main" id="{A0F9FA3C-81A6-F429-0403-AC3E8C570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356" y="2610919"/>
              <a:ext cx="605291" cy="605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圖形 15" descr="電腦 以實心填滿">
              <a:extLst>
                <a:ext uri="{FF2B5EF4-FFF2-40B4-BE49-F238E27FC236}">
                  <a16:creationId xmlns:a16="http://schemas.microsoft.com/office/drawing/2014/main" id="{DCFAA67F-D0C9-71D3-AAC4-95A9133C77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2407" t="17600" b="19289"/>
            <a:stretch/>
          </p:blipFill>
          <p:spPr>
            <a:xfrm>
              <a:off x="3770833" y="2330808"/>
              <a:ext cx="393152" cy="242293"/>
            </a:xfrm>
            <a:prstGeom prst="rect">
              <a:avLst/>
            </a:prstGeom>
          </p:spPr>
        </p:pic>
        <p:pic>
          <p:nvPicPr>
            <p:cNvPr id="18" name="圖形 17" descr="電腦 以實心填滿">
              <a:extLst>
                <a:ext uri="{FF2B5EF4-FFF2-40B4-BE49-F238E27FC236}">
                  <a16:creationId xmlns:a16="http://schemas.microsoft.com/office/drawing/2014/main" id="{47956006-4D7A-068D-2022-3DC7120599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259953" y="2118003"/>
              <a:ext cx="135129" cy="258722"/>
            </a:xfrm>
            <a:prstGeom prst="rect">
              <a:avLst/>
            </a:prstGeom>
          </p:spPr>
        </p:pic>
        <p:pic>
          <p:nvPicPr>
            <p:cNvPr id="19" name="圖形 18" descr="電腦 以實心填滿">
              <a:extLst>
                <a:ext uri="{FF2B5EF4-FFF2-40B4-BE49-F238E27FC236}">
                  <a16:creationId xmlns:a16="http://schemas.microsoft.com/office/drawing/2014/main" id="{2C7D2568-6710-D6FD-04A9-5223B7FEF3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366430" y="2425115"/>
              <a:ext cx="135129" cy="258722"/>
            </a:xfrm>
            <a:prstGeom prst="rect">
              <a:avLst/>
            </a:prstGeom>
          </p:spPr>
        </p:pic>
      </p:grpSp>
      <p:sp>
        <p:nvSpPr>
          <p:cNvPr id="20" name="左大括弧 19">
            <a:extLst>
              <a:ext uri="{FF2B5EF4-FFF2-40B4-BE49-F238E27FC236}">
                <a16:creationId xmlns:a16="http://schemas.microsoft.com/office/drawing/2014/main" id="{C3C740A0-B957-AAEB-0B4E-1A11C94D7165}"/>
              </a:ext>
            </a:extLst>
          </p:cNvPr>
          <p:cNvSpPr/>
          <p:nvPr/>
        </p:nvSpPr>
        <p:spPr>
          <a:xfrm>
            <a:off x="1131320" y="1225973"/>
            <a:ext cx="368635" cy="3303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613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File Allocation</a:t>
            </a:r>
            <a:endParaRPr lang="zh-TW" altLang="en-US" dirty="0"/>
          </a:p>
        </p:txBody>
      </p:sp>
      <p:pic>
        <p:nvPicPr>
          <p:cNvPr id="23" name="圖形 22" descr="資料夾 外框">
            <a:extLst>
              <a:ext uri="{FF2B5EF4-FFF2-40B4-BE49-F238E27FC236}">
                <a16:creationId xmlns:a16="http://schemas.microsoft.com/office/drawing/2014/main" id="{4F871767-DBAC-EAF0-41D7-54F9975E0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3413" y="1289699"/>
            <a:ext cx="453614" cy="453614"/>
          </a:xfrm>
          <a:prstGeom prst="rect">
            <a:avLst/>
          </a:prstGeom>
        </p:spPr>
      </p:pic>
      <p:pic>
        <p:nvPicPr>
          <p:cNvPr id="25" name="圖形 24" descr="資料夾 外框">
            <a:extLst>
              <a:ext uri="{FF2B5EF4-FFF2-40B4-BE49-F238E27FC236}">
                <a16:creationId xmlns:a16="http://schemas.microsoft.com/office/drawing/2014/main" id="{63E48818-D662-D5AA-33B1-51B2E7440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649" y="1239988"/>
            <a:ext cx="453614" cy="453614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683970B5-03BD-07B4-02E0-419A9ECE9649}"/>
              </a:ext>
            </a:extLst>
          </p:cNvPr>
          <p:cNvSpPr txBox="1"/>
          <p:nvPr/>
        </p:nvSpPr>
        <p:spPr>
          <a:xfrm>
            <a:off x="1209263" y="1289699"/>
            <a:ext cx="1546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accent3"/>
                </a:solidFill>
              </a:rPr>
              <a:t>D:/ACTS_3_0</a:t>
            </a:r>
            <a:endParaRPr lang="zh-TW" altLang="en-US" sz="1600" dirty="0">
              <a:solidFill>
                <a:schemeClr val="accent3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C6A201B-56CA-DE7C-E0B6-80F792344DC8}"/>
              </a:ext>
            </a:extLst>
          </p:cNvPr>
          <p:cNvSpPr txBox="1"/>
          <p:nvPr/>
        </p:nvSpPr>
        <p:spPr>
          <a:xfrm>
            <a:off x="4897027" y="1347229"/>
            <a:ext cx="259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accent3"/>
                </a:solidFill>
              </a:rPr>
              <a:t>D:/opal_auto/0_Pytest</a:t>
            </a:r>
            <a:endParaRPr lang="zh-TW" altLang="en-US" sz="1600" dirty="0">
              <a:solidFill>
                <a:schemeClr val="accent3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FB06397-D044-3B9D-15E4-274EFFAB43B0}"/>
              </a:ext>
            </a:extLst>
          </p:cNvPr>
          <p:cNvSpPr txBox="1"/>
          <p:nvPr/>
        </p:nvSpPr>
        <p:spPr>
          <a:xfrm>
            <a:off x="755648" y="1693602"/>
            <a:ext cx="2987677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Main Program</a:t>
            </a:r>
          </a:p>
          <a:p>
            <a:r>
              <a:rPr lang="en-US" altLang="zh-TW" sz="1500" dirty="0"/>
              <a:t>-Version control with </a:t>
            </a:r>
            <a:r>
              <a:rPr lang="en-US" altLang="zh-TW" sz="1500" dirty="0">
                <a:solidFill>
                  <a:schemeClr val="accent3"/>
                </a:solidFill>
              </a:rPr>
              <a:t>SVN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Root path of </a:t>
            </a:r>
            <a:r>
              <a:rPr lang="en-US" altLang="zh-TW" sz="1500" dirty="0" err="1"/>
              <a:t>PyTest</a:t>
            </a:r>
            <a:endParaRPr lang="en-US" altLang="zh-TW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Common API:</a:t>
            </a:r>
            <a:br>
              <a:rPr lang="en-US" altLang="zh-TW" sz="1500" dirty="0"/>
            </a:br>
            <a:r>
              <a:rPr lang="en-US" altLang="zh-TW" sz="1200" dirty="0"/>
              <a:t>-Console</a:t>
            </a:r>
            <a:br>
              <a:rPr lang="en-US" altLang="zh-TW" sz="1200" dirty="0"/>
            </a:br>
            <a:r>
              <a:rPr lang="en-US" altLang="zh-TW" sz="1200" dirty="0"/>
              <a:t>-</a:t>
            </a:r>
            <a:r>
              <a:rPr lang="en-US" altLang="zh-TW" sz="1200" dirty="0" err="1"/>
              <a:t>Misc</a:t>
            </a:r>
            <a:br>
              <a:rPr lang="en-US" altLang="zh-TW" sz="1200" dirty="0"/>
            </a:br>
            <a:r>
              <a:rPr lang="en-US" altLang="zh-TW" sz="1200" dirty="0"/>
              <a:t>-TR</a:t>
            </a:r>
            <a:br>
              <a:rPr lang="en-US" altLang="zh-TW" sz="1200" dirty="0"/>
            </a:br>
            <a:r>
              <a:rPr lang="en-US" altLang="zh-TW" sz="1200" dirty="0"/>
              <a:t>-WebApp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Common tools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54B45E0-6AD0-5B05-A918-726B33D39FE3}"/>
              </a:ext>
            </a:extLst>
          </p:cNvPr>
          <p:cNvSpPr txBox="1"/>
          <p:nvPr/>
        </p:nvSpPr>
        <p:spPr>
          <a:xfrm>
            <a:off x="4443413" y="1693602"/>
            <a:ext cx="2987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Resources about test device</a:t>
            </a:r>
          </a:p>
          <a:p>
            <a:r>
              <a:rPr lang="en-US" altLang="zh-TW" sz="1500" dirty="0"/>
              <a:t>-Version control with </a:t>
            </a:r>
            <a:r>
              <a:rPr lang="en-US" altLang="zh-TW" sz="1500" dirty="0">
                <a:solidFill>
                  <a:schemeClr val="accent3"/>
                </a:solidFill>
              </a:rPr>
              <a:t>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Test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APIs about test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Tools about test device</a:t>
            </a:r>
            <a:endParaRPr lang="zh-TW" altLang="en-US" sz="1500" dirty="0" err="1"/>
          </a:p>
        </p:txBody>
      </p:sp>
    </p:spTree>
    <p:extLst>
      <p:ext uri="{BB962C8B-B14F-4D97-AF65-F5344CB8AC3E}">
        <p14:creationId xmlns:p14="http://schemas.microsoft.com/office/powerpoint/2010/main" val="1076561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653BA-3508-32B4-6E32-5853343A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PyTest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5C3B961-4321-189F-4171-A1869458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1" y="1221637"/>
            <a:ext cx="4092044" cy="245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39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PyTest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056AF1-8372-6C18-8CA2-93FE81E2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83" y="2264569"/>
            <a:ext cx="2949405" cy="17660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911E6B9-929C-934E-E92E-F0D5A3411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785938"/>
            <a:ext cx="4393035" cy="2756935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D893AA16-C2C0-3DA7-121C-9E11D3048750}"/>
              </a:ext>
            </a:extLst>
          </p:cNvPr>
          <p:cNvSpPr/>
          <p:nvPr/>
        </p:nvSpPr>
        <p:spPr>
          <a:xfrm>
            <a:off x="3652417" y="3293435"/>
            <a:ext cx="545805" cy="28353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E0FA3C-E3E5-8A07-73D4-F28D48F024DF}"/>
              </a:ext>
            </a:extLst>
          </p:cNvPr>
          <p:cNvSpPr/>
          <p:nvPr/>
        </p:nvSpPr>
        <p:spPr>
          <a:xfrm>
            <a:off x="690376" y="3435201"/>
            <a:ext cx="2188555" cy="54386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662786B-083F-5D1D-1F53-2160E471D5EF}"/>
              </a:ext>
            </a:extLst>
          </p:cNvPr>
          <p:cNvSpPr txBox="1"/>
          <p:nvPr/>
        </p:nvSpPr>
        <p:spPr>
          <a:xfrm>
            <a:off x="755648" y="928577"/>
            <a:ext cx="7629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The </a:t>
            </a:r>
            <a:r>
              <a:rPr lang="en-US" altLang="zh-TW" sz="1200" err="1">
                <a:highlight>
                  <a:srgbClr val="FFFF00"/>
                </a:highlight>
              </a:rPr>
              <a:t>pytest</a:t>
            </a:r>
            <a:r>
              <a:rPr lang="en-US" altLang="zh-TW" sz="1200"/>
              <a:t> framework makes it easy to write small, readable tests, and can scale to support complex functional testing for applications and libraries.</a:t>
            </a:r>
          </a:p>
          <a:p>
            <a:endParaRPr lang="en-US" altLang="zh-TW" sz="1200"/>
          </a:p>
          <a:p>
            <a:r>
              <a:rPr lang="en-US" altLang="zh-TW" sz="1200" err="1"/>
              <a:t>pytest</a:t>
            </a:r>
            <a:r>
              <a:rPr lang="en-US" altLang="zh-TW" sz="1200"/>
              <a:t> requires: </a:t>
            </a:r>
            <a:r>
              <a:rPr lang="en-US" altLang="zh-TW" sz="1200" b="1"/>
              <a:t>Python 3.7</a:t>
            </a:r>
            <a:r>
              <a:rPr lang="en-US" altLang="zh-TW" sz="1200"/>
              <a:t>+ or PyPy3.</a:t>
            </a:r>
          </a:p>
          <a:p>
            <a:endParaRPr lang="en-US" altLang="zh-TW" sz="1200"/>
          </a:p>
          <a:p>
            <a:r>
              <a:rPr lang="en-US" altLang="zh-TW" sz="1200" err="1"/>
              <a:t>PyPI</a:t>
            </a:r>
            <a:r>
              <a:rPr lang="en-US" altLang="zh-TW" sz="1200"/>
              <a:t> package name: </a:t>
            </a:r>
            <a:r>
              <a:rPr lang="en-US" altLang="zh-TW" sz="1200" b="1" err="1"/>
              <a:t>pytest</a:t>
            </a:r>
            <a:endParaRPr lang="zh-TW" altLang="en-US" sz="1200" b="1" err="1"/>
          </a:p>
        </p:txBody>
      </p:sp>
    </p:spTree>
    <p:extLst>
      <p:ext uri="{BB962C8B-B14F-4D97-AF65-F5344CB8AC3E}">
        <p14:creationId xmlns:p14="http://schemas.microsoft.com/office/powerpoint/2010/main" val="268464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err="1"/>
              <a:t>PyTest</a:t>
            </a:r>
            <a:r>
              <a:rPr lang="en-US" altLang="zh-TW"/>
              <a:t>-Script Structure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D10A47-A096-7F96-A2B9-2CC3DE1623FA}"/>
              </a:ext>
            </a:extLst>
          </p:cNvPr>
          <p:cNvSpPr/>
          <p:nvPr/>
        </p:nvSpPr>
        <p:spPr>
          <a:xfrm>
            <a:off x="2265275" y="909710"/>
            <a:ext cx="4948800" cy="3953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C1ECCF-6CCD-10A1-FC5B-53F321C6CFBD}"/>
              </a:ext>
            </a:extLst>
          </p:cNvPr>
          <p:cNvSpPr/>
          <p:nvPr/>
        </p:nvSpPr>
        <p:spPr>
          <a:xfrm>
            <a:off x="2699283" y="1591178"/>
            <a:ext cx="3598047" cy="30230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C42567A-60B8-04FC-2A31-2A645586887D}"/>
              </a:ext>
            </a:extLst>
          </p:cNvPr>
          <p:cNvSpPr txBox="1"/>
          <p:nvPr/>
        </p:nvSpPr>
        <p:spPr>
          <a:xfrm>
            <a:off x="2236558" y="943748"/>
            <a:ext cx="4576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/>
              <a:t>Testpaths</a:t>
            </a:r>
            <a:r>
              <a:rPr lang="en-US" altLang="zh-TW" sz="1100"/>
              <a:t> (Folder)</a:t>
            </a:r>
            <a:endParaRPr lang="zh-TW" altLang="en-US" sz="11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AFCF3A-24F4-404C-45F5-1AD55968339F}"/>
              </a:ext>
            </a:extLst>
          </p:cNvPr>
          <p:cNvSpPr/>
          <p:nvPr/>
        </p:nvSpPr>
        <p:spPr>
          <a:xfrm>
            <a:off x="2546883" y="1438778"/>
            <a:ext cx="3598047" cy="3023028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82C404-4C4A-D26C-D55D-79689456DC61}"/>
              </a:ext>
            </a:extLst>
          </p:cNvPr>
          <p:cNvSpPr/>
          <p:nvPr/>
        </p:nvSpPr>
        <p:spPr>
          <a:xfrm>
            <a:off x="2914195" y="2350178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E52A54F-2842-F1D9-4A30-1058BBD1E184}"/>
              </a:ext>
            </a:extLst>
          </p:cNvPr>
          <p:cNvSpPr txBox="1"/>
          <p:nvPr/>
        </p:nvSpPr>
        <p:spPr>
          <a:xfrm>
            <a:off x="2590726" y="1515611"/>
            <a:ext cx="3663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module</a:t>
            </a:r>
            <a:r>
              <a:rPr lang="en-US" altLang="zh-TW" sz="1100"/>
              <a:t> (.</a:t>
            </a:r>
            <a:r>
              <a:rPr lang="en-US" altLang="zh-TW" sz="1100" err="1"/>
              <a:t>py</a:t>
            </a:r>
            <a:r>
              <a:rPr lang="zh-TW" altLang="en-US" sz="1100"/>
              <a:t> </a:t>
            </a:r>
            <a:r>
              <a:rPr lang="en-US" altLang="zh-TW" sz="1100"/>
              <a:t>file)</a:t>
            </a:r>
            <a:endParaRPr lang="zh-TW" altLang="en-US" sz="11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BD652-60AC-E61F-88EA-6071D67B9F51}"/>
              </a:ext>
            </a:extLst>
          </p:cNvPr>
          <p:cNvSpPr/>
          <p:nvPr/>
        </p:nvSpPr>
        <p:spPr>
          <a:xfrm>
            <a:off x="2761795" y="2197778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CFB00B8-2EE5-7A79-01D6-2A32AB8229A0}"/>
              </a:ext>
            </a:extLst>
          </p:cNvPr>
          <p:cNvSpPr txBox="1"/>
          <p:nvPr/>
        </p:nvSpPr>
        <p:spPr>
          <a:xfrm>
            <a:off x="2849218" y="2253979"/>
            <a:ext cx="2930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class</a:t>
            </a:r>
            <a:r>
              <a:rPr lang="en-US" altLang="zh-TW" sz="1100"/>
              <a:t> (</a:t>
            </a:r>
            <a:r>
              <a:rPr lang="zh-TW" altLang="en-US" sz="1100"/>
              <a:t>開頭必須為</a:t>
            </a:r>
            <a:r>
              <a:rPr lang="en-US" altLang="zh-TW" sz="1100">
                <a:highlight>
                  <a:srgbClr val="FFFF00"/>
                </a:highlight>
              </a:rPr>
              <a:t>Test</a:t>
            </a:r>
            <a:r>
              <a:rPr lang="en-US" altLang="zh-TW" sz="1100"/>
              <a:t>)</a:t>
            </a:r>
            <a:endParaRPr lang="zh-TW" altLang="en-US" sz="11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52122B-3ADA-78CE-5E05-8B81BCE0B843}"/>
              </a:ext>
            </a:extLst>
          </p:cNvPr>
          <p:cNvSpPr/>
          <p:nvPr/>
        </p:nvSpPr>
        <p:spPr>
          <a:xfrm>
            <a:off x="3037999" y="2863463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836B5B-592E-8444-F00B-63AA52C7B790}"/>
              </a:ext>
            </a:extLst>
          </p:cNvPr>
          <p:cNvSpPr/>
          <p:nvPr/>
        </p:nvSpPr>
        <p:spPr>
          <a:xfrm>
            <a:off x="2915761" y="2749621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F004CD4-C5FC-A128-D18B-3B00E5F92A15}"/>
              </a:ext>
            </a:extLst>
          </p:cNvPr>
          <p:cNvSpPr txBox="1"/>
          <p:nvPr/>
        </p:nvSpPr>
        <p:spPr>
          <a:xfrm>
            <a:off x="2955585" y="2797693"/>
            <a:ext cx="2499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function</a:t>
            </a:r>
            <a:r>
              <a:rPr lang="en-US" altLang="zh-TW" sz="1100"/>
              <a:t> (case</a:t>
            </a:r>
            <a:r>
              <a:rPr lang="zh-TW" altLang="en-US" sz="1100"/>
              <a:t>，</a:t>
            </a:r>
            <a:r>
              <a:rPr lang="zh-TW" altLang="en-US" sz="1100">
                <a:highlight>
                  <a:srgbClr val="FFFFFF"/>
                </a:highlight>
              </a:rPr>
              <a:t>開頭必須為</a:t>
            </a:r>
            <a:r>
              <a:rPr lang="en-US" altLang="zh-TW" sz="1100">
                <a:highlight>
                  <a:srgbClr val="FFFF00"/>
                </a:highlight>
              </a:rPr>
              <a:t>test_</a:t>
            </a:r>
            <a:r>
              <a:rPr lang="en-US" altLang="zh-TW" sz="1100"/>
              <a:t>)</a:t>
            </a:r>
            <a:endParaRPr lang="zh-TW" altLang="en-US" sz="11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94817C7-2BE6-2D23-8F35-385B09580D55}"/>
              </a:ext>
            </a:extLst>
          </p:cNvPr>
          <p:cNvSpPr txBox="1"/>
          <p:nvPr/>
        </p:nvSpPr>
        <p:spPr>
          <a:xfrm>
            <a:off x="478800" y="2253979"/>
            <a:ext cx="1645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err="1"/>
              <a:t>Pytest</a:t>
            </a:r>
            <a:r>
              <a:rPr lang="zh-TW" altLang="en-US" sz="1200"/>
              <a:t>的</a:t>
            </a:r>
            <a:r>
              <a:rPr lang="en-US" altLang="zh-TW" sz="1200"/>
              <a:t>class</a:t>
            </a:r>
          </a:p>
          <a:p>
            <a:r>
              <a:rPr lang="zh-TW" altLang="en-US" sz="1200">
                <a:highlight>
                  <a:srgbClr val="FFFF00"/>
                </a:highlight>
              </a:rPr>
              <a:t>不可使用</a:t>
            </a:r>
            <a:r>
              <a:rPr lang="en-US" altLang="zh-TW" sz="1200">
                <a:highlight>
                  <a:srgbClr val="FFFF00"/>
                </a:highlight>
              </a:rPr>
              <a:t>__</a:t>
            </a:r>
            <a:r>
              <a:rPr lang="en-US" altLang="zh-TW" sz="1200" err="1">
                <a:highlight>
                  <a:srgbClr val="FFFF00"/>
                </a:highlight>
              </a:rPr>
              <a:t>init</a:t>
            </a:r>
            <a:r>
              <a:rPr lang="en-US" altLang="zh-TW" sz="1200">
                <a:highlight>
                  <a:srgbClr val="FFFF00"/>
                </a:highlight>
              </a:rPr>
              <a:t>__(self)</a:t>
            </a:r>
            <a:endParaRPr lang="zh-TW" altLang="en-US" sz="12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79030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err="1"/>
              <a:t>PyTest</a:t>
            </a:r>
            <a:r>
              <a:rPr lang="en-US" altLang="zh-TW"/>
              <a:t>-Setup and Teardown</a:t>
            </a:r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F24226-D723-C21D-1AAC-193D10DA0D8A}"/>
              </a:ext>
            </a:extLst>
          </p:cNvPr>
          <p:cNvSpPr/>
          <p:nvPr/>
        </p:nvSpPr>
        <p:spPr>
          <a:xfrm>
            <a:off x="2012789" y="905829"/>
            <a:ext cx="4948800" cy="3953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B7939C-7E00-566A-AE42-30EE9C5B3354}"/>
              </a:ext>
            </a:extLst>
          </p:cNvPr>
          <p:cNvSpPr/>
          <p:nvPr/>
        </p:nvSpPr>
        <p:spPr>
          <a:xfrm>
            <a:off x="2446797" y="1587297"/>
            <a:ext cx="3598047" cy="30230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DCC45BB-2A9D-0794-0A27-406BF5A5E058}"/>
              </a:ext>
            </a:extLst>
          </p:cNvPr>
          <p:cNvSpPr txBox="1"/>
          <p:nvPr/>
        </p:nvSpPr>
        <p:spPr>
          <a:xfrm>
            <a:off x="1984072" y="939867"/>
            <a:ext cx="3663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/>
              <a:t>Testpaths</a:t>
            </a:r>
            <a:endParaRPr lang="zh-TW" altLang="en-US" sz="11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031775-B64F-7753-8161-7A489E6B38BC}"/>
              </a:ext>
            </a:extLst>
          </p:cNvPr>
          <p:cNvSpPr/>
          <p:nvPr/>
        </p:nvSpPr>
        <p:spPr>
          <a:xfrm>
            <a:off x="2294397" y="1434897"/>
            <a:ext cx="3598047" cy="3023028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608E81-ECA1-64B0-D209-C44A596B4691}"/>
              </a:ext>
            </a:extLst>
          </p:cNvPr>
          <p:cNvSpPr/>
          <p:nvPr/>
        </p:nvSpPr>
        <p:spPr>
          <a:xfrm>
            <a:off x="2661709" y="2346297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D39711-A8FC-A42C-92B2-3A42A2892B6F}"/>
              </a:ext>
            </a:extLst>
          </p:cNvPr>
          <p:cNvSpPr txBox="1"/>
          <p:nvPr/>
        </p:nvSpPr>
        <p:spPr>
          <a:xfrm>
            <a:off x="2338240" y="1511730"/>
            <a:ext cx="3663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module</a:t>
            </a:r>
            <a:endParaRPr lang="zh-TW" altLang="en-US" sz="11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1830D8-D2E3-33CC-3DDF-A4BEBAE5A481}"/>
              </a:ext>
            </a:extLst>
          </p:cNvPr>
          <p:cNvSpPr/>
          <p:nvPr/>
        </p:nvSpPr>
        <p:spPr>
          <a:xfrm>
            <a:off x="2509309" y="2193897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21A6010-F1D9-9F84-5C8A-ADBF2CE1843E}"/>
              </a:ext>
            </a:extLst>
          </p:cNvPr>
          <p:cNvSpPr txBox="1"/>
          <p:nvPr/>
        </p:nvSpPr>
        <p:spPr>
          <a:xfrm>
            <a:off x="2568014" y="2250098"/>
            <a:ext cx="2930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class</a:t>
            </a:r>
            <a:endParaRPr lang="zh-TW" altLang="en-US" sz="11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6E9B4D-2CA8-5063-EB7B-3467CB367BCE}"/>
              </a:ext>
            </a:extLst>
          </p:cNvPr>
          <p:cNvSpPr/>
          <p:nvPr/>
        </p:nvSpPr>
        <p:spPr>
          <a:xfrm>
            <a:off x="2785513" y="2905997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B44858-A91A-B841-B2D4-EAEBF9660A78}"/>
              </a:ext>
            </a:extLst>
          </p:cNvPr>
          <p:cNvSpPr/>
          <p:nvPr/>
        </p:nvSpPr>
        <p:spPr>
          <a:xfrm>
            <a:off x="2663275" y="2792155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B6BA7A1-26BC-6D04-2287-6661F15BFE85}"/>
              </a:ext>
            </a:extLst>
          </p:cNvPr>
          <p:cNvSpPr txBox="1"/>
          <p:nvPr/>
        </p:nvSpPr>
        <p:spPr>
          <a:xfrm>
            <a:off x="2687395" y="2799417"/>
            <a:ext cx="2499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function</a:t>
            </a:r>
            <a:endParaRPr lang="zh-TW" altLang="en-US" sz="110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ED6B6C1-65C3-35EF-FE25-7EE2AC54918F}"/>
              </a:ext>
            </a:extLst>
          </p:cNvPr>
          <p:cNvSpPr txBox="1"/>
          <p:nvPr/>
        </p:nvSpPr>
        <p:spPr>
          <a:xfrm>
            <a:off x="4184582" y="3001719"/>
            <a:ext cx="12225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>
                <a:highlight>
                  <a:srgbClr val="00FF00"/>
                </a:highlight>
              </a:rPr>
              <a:t>setup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37C5702-8E74-3F9B-A220-58BFC9CFC4F2}"/>
              </a:ext>
            </a:extLst>
          </p:cNvPr>
          <p:cNvSpPr txBox="1"/>
          <p:nvPr/>
        </p:nvSpPr>
        <p:spPr>
          <a:xfrm>
            <a:off x="4184583" y="3231804"/>
            <a:ext cx="1589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>
                <a:highlight>
                  <a:srgbClr val="00FF00"/>
                </a:highlight>
              </a:rPr>
              <a:t>teardown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41E0B6E-A513-CA70-FF6A-1E6F641EBEAA}"/>
              </a:ext>
            </a:extLst>
          </p:cNvPr>
          <p:cNvSpPr txBox="1"/>
          <p:nvPr/>
        </p:nvSpPr>
        <p:spPr>
          <a:xfrm>
            <a:off x="2614731" y="2517496"/>
            <a:ext cx="1125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setup_class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186BC3-03A0-4300-6CEE-8E9AC8C907DF}"/>
              </a:ext>
            </a:extLst>
          </p:cNvPr>
          <p:cNvSpPr txBox="1"/>
          <p:nvPr/>
        </p:nvSpPr>
        <p:spPr>
          <a:xfrm>
            <a:off x="2596149" y="3676211"/>
            <a:ext cx="14323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teardown_class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B556D22-9C32-7CBD-72AA-BDA685E60264}"/>
              </a:ext>
            </a:extLst>
          </p:cNvPr>
          <p:cNvSpPr txBox="1"/>
          <p:nvPr/>
        </p:nvSpPr>
        <p:spPr>
          <a:xfrm>
            <a:off x="2467106" y="1839679"/>
            <a:ext cx="1272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setup_module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CEC0B0B-A901-9E2F-20F0-681941703BCE}"/>
              </a:ext>
            </a:extLst>
          </p:cNvPr>
          <p:cNvSpPr txBox="1"/>
          <p:nvPr/>
        </p:nvSpPr>
        <p:spPr>
          <a:xfrm>
            <a:off x="2425696" y="4172323"/>
            <a:ext cx="1511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teardown_module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1E57552-402D-8AF0-B3C0-EE6893887D63}"/>
              </a:ext>
            </a:extLst>
          </p:cNvPr>
          <p:cNvSpPr txBox="1"/>
          <p:nvPr/>
        </p:nvSpPr>
        <p:spPr>
          <a:xfrm>
            <a:off x="2761722" y="3007098"/>
            <a:ext cx="12667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setup_function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4BEB69D-23F8-2AB4-76F3-046016DF6848}"/>
              </a:ext>
            </a:extLst>
          </p:cNvPr>
          <p:cNvSpPr txBox="1"/>
          <p:nvPr/>
        </p:nvSpPr>
        <p:spPr>
          <a:xfrm>
            <a:off x="2761721" y="3237183"/>
            <a:ext cx="1514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teardown_function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E35B7FE-DAC6-8445-208B-A04A6B46761C}"/>
              </a:ext>
            </a:extLst>
          </p:cNvPr>
          <p:cNvSpPr txBox="1"/>
          <p:nvPr/>
        </p:nvSpPr>
        <p:spPr>
          <a:xfrm>
            <a:off x="121128" y="2976389"/>
            <a:ext cx="22494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b="1" dirty="0"/>
              <a:t>寫在</a:t>
            </a:r>
            <a:r>
              <a:rPr lang="en-US" altLang="zh-TW" sz="1100" b="1" dirty="0"/>
              <a:t>class</a:t>
            </a:r>
            <a:r>
              <a:rPr lang="zh-TW" altLang="en-US" sz="1100" b="1" dirty="0"/>
              <a:t>外，用</a:t>
            </a:r>
            <a:r>
              <a:rPr lang="en-US" altLang="zh-TW" sz="1100" b="1" dirty="0" err="1"/>
              <a:t>setup_function</a:t>
            </a:r>
            <a:endParaRPr lang="en-US" altLang="zh-TW" sz="1100" b="1" dirty="0"/>
          </a:p>
          <a:p>
            <a:r>
              <a:rPr lang="zh-TW" altLang="en-US" sz="1100" b="1" dirty="0"/>
              <a:t>寫在</a:t>
            </a:r>
            <a:r>
              <a:rPr lang="en-US" altLang="zh-TW" sz="1100" b="1" dirty="0"/>
              <a:t>class</a:t>
            </a:r>
            <a:r>
              <a:rPr lang="zh-TW" altLang="en-US" sz="1100" b="1" dirty="0"/>
              <a:t>內，用</a:t>
            </a:r>
            <a:r>
              <a:rPr lang="en-US" altLang="zh-TW" sz="1100" b="1" dirty="0"/>
              <a:t>setup</a:t>
            </a: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259C24C-610C-655F-34B6-B581627B3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095" y="1522291"/>
            <a:ext cx="2850867" cy="2098918"/>
          </a:xfrm>
          <a:prstGeom prst="rect">
            <a:avLst/>
          </a:prstGeom>
        </p:spPr>
      </p:pic>
      <p:sp>
        <p:nvSpPr>
          <p:cNvPr id="2" name="箭號: 向下 1">
            <a:extLst>
              <a:ext uri="{FF2B5EF4-FFF2-40B4-BE49-F238E27FC236}">
                <a16:creationId xmlns:a16="http://schemas.microsoft.com/office/drawing/2014/main" id="{CB8347EC-0242-6FAB-C90D-DDCD2CF6B491}"/>
              </a:ext>
            </a:extLst>
          </p:cNvPr>
          <p:cNvSpPr/>
          <p:nvPr/>
        </p:nvSpPr>
        <p:spPr>
          <a:xfrm rot="5400000">
            <a:off x="2423243" y="3026864"/>
            <a:ext cx="146224" cy="492369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4D9E70-D821-823A-2ED8-72CF32788B9C}"/>
              </a:ext>
            </a:extLst>
          </p:cNvPr>
          <p:cNvSpPr/>
          <p:nvPr/>
        </p:nvSpPr>
        <p:spPr>
          <a:xfrm>
            <a:off x="6814556" y="1773340"/>
            <a:ext cx="393068" cy="129936"/>
          </a:xfrm>
          <a:prstGeom prst="rect">
            <a:avLst/>
          </a:prstGeom>
          <a:solidFill>
            <a:srgbClr val="FFA700">
              <a:alpha val="3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100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err="1"/>
              <a:t>PyTest</a:t>
            </a:r>
            <a:r>
              <a:rPr lang="en-US" altLang="zh-TW"/>
              <a:t>-Cases Hierarchy </a:t>
            </a:r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940BCB-9020-425D-9788-175AA74467BE}"/>
              </a:ext>
            </a:extLst>
          </p:cNvPr>
          <p:cNvSpPr/>
          <p:nvPr/>
        </p:nvSpPr>
        <p:spPr>
          <a:xfrm>
            <a:off x="1350030" y="1506328"/>
            <a:ext cx="932219" cy="272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module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69F55E-20E4-87FB-BF73-70C5ECBDD8FF}"/>
              </a:ext>
            </a:extLst>
          </p:cNvPr>
          <p:cNvSpPr/>
          <p:nvPr/>
        </p:nvSpPr>
        <p:spPr>
          <a:xfrm>
            <a:off x="2006524" y="2015430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class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E9CC68-8692-FB22-1C74-06FDBC7DDCFB}"/>
              </a:ext>
            </a:extLst>
          </p:cNvPr>
          <p:cNvSpPr/>
          <p:nvPr/>
        </p:nvSpPr>
        <p:spPr>
          <a:xfrm>
            <a:off x="2695841" y="2805887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DB413FDF-4416-C298-E865-4D70ED73A899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2313478" y="2559919"/>
            <a:ext cx="541519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CADE31C-EF94-7EBE-F709-397A1C1BE427}"/>
              </a:ext>
            </a:extLst>
          </p:cNvPr>
          <p:cNvSpPr/>
          <p:nvPr/>
        </p:nvSpPr>
        <p:spPr>
          <a:xfrm>
            <a:off x="2695841" y="3197399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CB617E2-64B3-D9A7-CC86-35E4F33F53AF}"/>
              </a:ext>
            </a:extLst>
          </p:cNvPr>
          <p:cNvSpPr/>
          <p:nvPr/>
        </p:nvSpPr>
        <p:spPr>
          <a:xfrm>
            <a:off x="2695841" y="3593172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0016B17-5872-BCE4-6193-4EE38F80F9C6}"/>
              </a:ext>
            </a:extLst>
          </p:cNvPr>
          <p:cNvSpPr/>
          <p:nvPr/>
        </p:nvSpPr>
        <p:spPr>
          <a:xfrm>
            <a:off x="2695841" y="3988945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39" name="接點: 肘形 38">
            <a:extLst>
              <a:ext uri="{FF2B5EF4-FFF2-40B4-BE49-F238E27FC236}">
                <a16:creationId xmlns:a16="http://schemas.microsoft.com/office/drawing/2014/main" id="{0A8451C7-D56F-F44E-8B3B-9C01767740B6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1721949" y="3151448"/>
            <a:ext cx="1724577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67CA41DA-798A-19C7-B0D7-CE3CA71F9CF1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1919835" y="2953562"/>
            <a:ext cx="132880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6AD47661-4B76-2859-CFE5-4A30C8CCCDAD}"/>
              </a:ext>
            </a:extLst>
          </p:cNvPr>
          <p:cNvCxnSpPr>
            <a:cxnSpLocks/>
            <a:stCxn id="8" idx="2"/>
            <a:endCxn id="35" idx="1"/>
          </p:cNvCxnSpPr>
          <p:nvPr/>
        </p:nvCxnSpPr>
        <p:spPr>
          <a:xfrm rot="16200000" flipH="1">
            <a:off x="2061450" y="2699404"/>
            <a:ext cx="104557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451293DD-8F2B-1D82-69D3-8AFB132DAF9E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1724979" y="1870280"/>
            <a:ext cx="372707" cy="190384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05F277CC-3DCC-FA37-51C9-75F759E3A058}"/>
              </a:ext>
            </a:extLst>
          </p:cNvPr>
          <p:cNvSpPr/>
          <p:nvPr/>
        </p:nvSpPr>
        <p:spPr>
          <a:xfrm>
            <a:off x="2006525" y="4385266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class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48" name="接點: 肘形 47">
            <a:extLst>
              <a:ext uri="{FF2B5EF4-FFF2-40B4-BE49-F238E27FC236}">
                <a16:creationId xmlns:a16="http://schemas.microsoft.com/office/drawing/2014/main" id="{708E3C4D-CB33-286D-1DF5-46F65ABE31F7}"/>
              </a:ext>
            </a:extLst>
          </p:cNvPr>
          <p:cNvCxnSpPr>
            <a:cxnSpLocks/>
            <a:stCxn id="5" idx="2"/>
            <a:endCxn id="47" idx="1"/>
          </p:cNvCxnSpPr>
          <p:nvPr/>
        </p:nvCxnSpPr>
        <p:spPr>
          <a:xfrm rot="16200000" flipH="1">
            <a:off x="540061" y="3055197"/>
            <a:ext cx="2742543" cy="19038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FEDA4D00-9D19-14A0-05B0-DCE8FBA191C1}"/>
              </a:ext>
            </a:extLst>
          </p:cNvPr>
          <p:cNvSpPr/>
          <p:nvPr/>
        </p:nvSpPr>
        <p:spPr>
          <a:xfrm>
            <a:off x="2695839" y="2409567"/>
            <a:ext cx="1229047" cy="272791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err="1">
                <a:solidFill>
                  <a:schemeClr val="tx1"/>
                </a:solidFill>
              </a:rPr>
              <a:t>setup_class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26694A10-2663-6E45-4403-75CE9D5253CF}"/>
              </a:ext>
            </a:extLst>
          </p:cNvPr>
          <p:cNvCxnSpPr>
            <a:cxnSpLocks/>
            <a:stCxn id="8" idx="2"/>
            <a:endCxn id="51" idx="1"/>
          </p:cNvCxnSpPr>
          <p:nvPr/>
        </p:nvCxnSpPr>
        <p:spPr>
          <a:xfrm rot="16200000" flipH="1">
            <a:off x="2455365" y="2305489"/>
            <a:ext cx="257742" cy="22320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AC5521B2-EEE6-3780-B2CB-926C08BC5F1A}"/>
              </a:ext>
            </a:extLst>
          </p:cNvPr>
          <p:cNvSpPr/>
          <p:nvPr/>
        </p:nvSpPr>
        <p:spPr>
          <a:xfrm>
            <a:off x="4552893" y="1537382"/>
            <a:ext cx="993528" cy="272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Script file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FEA717A-2F38-E22F-9B33-35F08A0D3B54}"/>
              </a:ext>
            </a:extLst>
          </p:cNvPr>
          <p:cNvSpPr/>
          <p:nvPr/>
        </p:nvSpPr>
        <p:spPr>
          <a:xfrm>
            <a:off x="5270695" y="2046484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feature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1F1BD44-3019-70D6-D2AF-8FA32708348A}"/>
              </a:ext>
            </a:extLst>
          </p:cNvPr>
          <p:cNvSpPr/>
          <p:nvPr/>
        </p:nvSpPr>
        <p:spPr>
          <a:xfrm>
            <a:off x="5960012" y="2836941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0" name="接點: 肘形 59">
            <a:extLst>
              <a:ext uri="{FF2B5EF4-FFF2-40B4-BE49-F238E27FC236}">
                <a16:creationId xmlns:a16="http://schemas.microsoft.com/office/drawing/2014/main" id="{A5A38482-AAB7-C926-68D0-8E4F37F0CAB6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5577649" y="2590973"/>
            <a:ext cx="541519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B142D006-9C0F-FD45-5C3B-2532505E7E83}"/>
              </a:ext>
            </a:extLst>
          </p:cNvPr>
          <p:cNvSpPr/>
          <p:nvPr/>
        </p:nvSpPr>
        <p:spPr>
          <a:xfrm>
            <a:off x="5960012" y="3228453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FAB9B69-2BED-060D-770B-55552029F4FD}"/>
              </a:ext>
            </a:extLst>
          </p:cNvPr>
          <p:cNvSpPr/>
          <p:nvPr/>
        </p:nvSpPr>
        <p:spPr>
          <a:xfrm>
            <a:off x="5960012" y="3624226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9B7DB8E-4F7F-9D3B-519C-0C4DD044A831}"/>
              </a:ext>
            </a:extLst>
          </p:cNvPr>
          <p:cNvSpPr/>
          <p:nvPr/>
        </p:nvSpPr>
        <p:spPr>
          <a:xfrm>
            <a:off x="5960012" y="4019999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F3040191-8DD4-9FCC-1A94-7677A0CC518E}"/>
              </a:ext>
            </a:extLst>
          </p:cNvPr>
          <p:cNvCxnSpPr>
            <a:cxnSpLocks/>
            <a:endCxn id="63" idx="1"/>
          </p:cNvCxnSpPr>
          <p:nvPr/>
        </p:nvCxnSpPr>
        <p:spPr>
          <a:xfrm rot="16200000" flipH="1">
            <a:off x="4986120" y="3182502"/>
            <a:ext cx="1724577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5588D1B3-578B-EB37-71F5-4B9693366676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5184006" y="2984616"/>
            <a:ext cx="132880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EF59C3D5-28F8-02AE-0A14-26542A2BEC51}"/>
              </a:ext>
            </a:extLst>
          </p:cNvPr>
          <p:cNvCxnSpPr>
            <a:cxnSpLocks/>
            <a:stCxn id="58" idx="2"/>
            <a:endCxn id="61" idx="1"/>
          </p:cNvCxnSpPr>
          <p:nvPr/>
        </p:nvCxnSpPr>
        <p:spPr>
          <a:xfrm rot="16200000" flipH="1">
            <a:off x="5325621" y="2730458"/>
            <a:ext cx="104557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接點: 肘形 66">
            <a:extLst>
              <a:ext uri="{FF2B5EF4-FFF2-40B4-BE49-F238E27FC236}">
                <a16:creationId xmlns:a16="http://schemas.microsoft.com/office/drawing/2014/main" id="{FBF79F9F-E93E-42AC-1E9F-80C899D08807}"/>
              </a:ext>
            </a:extLst>
          </p:cNvPr>
          <p:cNvCxnSpPr>
            <a:cxnSpLocks/>
            <a:stCxn id="57" idx="2"/>
            <a:endCxn id="58" idx="1"/>
          </p:cNvCxnSpPr>
          <p:nvPr/>
        </p:nvCxnSpPr>
        <p:spPr>
          <a:xfrm rot="16200000" flipH="1">
            <a:off x="4973823" y="1886007"/>
            <a:ext cx="372707" cy="221038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C1F57436-35C1-690E-6074-DB85387C9046}"/>
              </a:ext>
            </a:extLst>
          </p:cNvPr>
          <p:cNvSpPr/>
          <p:nvPr/>
        </p:nvSpPr>
        <p:spPr>
          <a:xfrm>
            <a:off x="5270696" y="4416320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feature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9" name="接點: 肘形 68">
            <a:extLst>
              <a:ext uri="{FF2B5EF4-FFF2-40B4-BE49-F238E27FC236}">
                <a16:creationId xmlns:a16="http://schemas.microsoft.com/office/drawing/2014/main" id="{F9BC8045-0A7D-7F0D-3BC8-77544DDC829C}"/>
              </a:ext>
            </a:extLst>
          </p:cNvPr>
          <p:cNvCxnSpPr>
            <a:cxnSpLocks/>
            <a:stCxn id="57" idx="2"/>
            <a:endCxn id="68" idx="1"/>
          </p:cNvCxnSpPr>
          <p:nvPr/>
        </p:nvCxnSpPr>
        <p:spPr>
          <a:xfrm rot="16200000" flipH="1">
            <a:off x="3788905" y="3070924"/>
            <a:ext cx="2742543" cy="221039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E6C22F50-CF23-3C73-520A-2A8B0975899A}"/>
              </a:ext>
            </a:extLst>
          </p:cNvPr>
          <p:cNvSpPr/>
          <p:nvPr/>
        </p:nvSpPr>
        <p:spPr>
          <a:xfrm>
            <a:off x="5960010" y="2440621"/>
            <a:ext cx="1229047" cy="272791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ENV</a:t>
            </a:r>
            <a:r>
              <a:rPr lang="zh-TW" altLang="en-US" sz="1400">
                <a:solidFill>
                  <a:schemeClr val="tx1"/>
                </a:solidFill>
              </a:rPr>
              <a:t> </a:t>
            </a:r>
            <a:r>
              <a:rPr lang="en-US" altLang="zh-TW" sz="1400">
                <a:solidFill>
                  <a:schemeClr val="tx1"/>
                </a:solidFill>
              </a:rPr>
              <a:t>setup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D634C5B0-CCCF-CA58-178C-515F38019437}"/>
              </a:ext>
            </a:extLst>
          </p:cNvPr>
          <p:cNvCxnSpPr>
            <a:cxnSpLocks/>
            <a:stCxn id="58" idx="2"/>
            <a:endCxn id="70" idx="1"/>
          </p:cNvCxnSpPr>
          <p:nvPr/>
        </p:nvCxnSpPr>
        <p:spPr>
          <a:xfrm rot="16200000" flipH="1">
            <a:off x="5719536" y="2336543"/>
            <a:ext cx="257742" cy="22320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15AD859-9ACB-3C92-1884-DC3FC2005A8F}"/>
              </a:ext>
            </a:extLst>
          </p:cNvPr>
          <p:cNvSpPr txBox="1"/>
          <p:nvPr/>
        </p:nvSpPr>
        <p:spPr>
          <a:xfrm>
            <a:off x="1250272" y="1065333"/>
            <a:ext cx="1650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err="1"/>
              <a:t>Pytest</a:t>
            </a:r>
            <a:r>
              <a:rPr lang="zh-TW" altLang="en-US" sz="1200" b="1"/>
              <a:t> </a:t>
            </a:r>
            <a:r>
              <a:rPr lang="en-US" altLang="zh-TW" sz="1200" b="1"/>
              <a:t>hierarchy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203A864C-D99B-DFF0-F967-D9C2AFCFBA85}"/>
              </a:ext>
            </a:extLst>
          </p:cNvPr>
          <p:cNvSpPr txBox="1"/>
          <p:nvPr/>
        </p:nvSpPr>
        <p:spPr>
          <a:xfrm>
            <a:off x="4445683" y="1064229"/>
            <a:ext cx="1650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/>
              <a:t>ACTS3.0</a:t>
            </a:r>
            <a:r>
              <a:rPr lang="zh-TW" altLang="en-US" sz="1200" b="1"/>
              <a:t> </a:t>
            </a:r>
            <a:r>
              <a:rPr lang="en-US" altLang="zh-TW" sz="1200" b="1"/>
              <a:t>hierarchy</a:t>
            </a:r>
          </a:p>
        </p:txBody>
      </p:sp>
    </p:spTree>
    <p:extLst>
      <p:ext uri="{BB962C8B-B14F-4D97-AF65-F5344CB8AC3E}">
        <p14:creationId xmlns:p14="http://schemas.microsoft.com/office/powerpoint/2010/main" val="1971534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Allure Report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82B62E-FB5B-F67F-1714-BE1859ED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131" y="659309"/>
            <a:ext cx="4390888" cy="390028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CDBC70B-6AB0-D923-BC31-9C72D2C29EC7}"/>
              </a:ext>
            </a:extLst>
          </p:cNvPr>
          <p:cNvSpPr txBox="1"/>
          <p:nvPr/>
        </p:nvSpPr>
        <p:spPr>
          <a:xfrm>
            <a:off x="559981" y="2103646"/>
            <a:ext cx="34002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>
                <a:solidFill>
                  <a:schemeClr val="accent3"/>
                </a:solidFill>
              </a:rPr>
              <a:t>Allure Report </a:t>
            </a:r>
            <a:r>
              <a:rPr lang="en-US" altLang="zh-TW" sz="1500"/>
              <a:t>is the utility that processes test results collected by a compatible test framework and produces an HTML report. </a:t>
            </a:r>
            <a:endParaRPr lang="zh-TW" altLang="en-US" sz="1500" err="1"/>
          </a:p>
        </p:txBody>
      </p:sp>
    </p:spTree>
    <p:extLst>
      <p:ext uri="{BB962C8B-B14F-4D97-AF65-F5344CB8AC3E}">
        <p14:creationId xmlns:p14="http://schemas.microsoft.com/office/powerpoint/2010/main" val="3304866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Allure Report-Syntax</a:t>
            </a:r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C5521B2-EEE6-3780-B2CB-926C08BC5F1A}"/>
              </a:ext>
            </a:extLst>
          </p:cNvPr>
          <p:cNvSpPr/>
          <p:nvPr/>
        </p:nvSpPr>
        <p:spPr>
          <a:xfrm>
            <a:off x="755649" y="943725"/>
            <a:ext cx="932219" cy="272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Script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FEA717A-2F38-E22F-9B33-35F08A0D3B54}"/>
              </a:ext>
            </a:extLst>
          </p:cNvPr>
          <p:cNvSpPr/>
          <p:nvPr/>
        </p:nvSpPr>
        <p:spPr>
          <a:xfrm>
            <a:off x="1412143" y="1452827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feature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1F1BD44-3019-70D6-D2AF-8FA32708348A}"/>
              </a:ext>
            </a:extLst>
          </p:cNvPr>
          <p:cNvSpPr/>
          <p:nvPr/>
        </p:nvSpPr>
        <p:spPr>
          <a:xfrm>
            <a:off x="2101460" y="2243284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0" name="接點: 肘形 59">
            <a:extLst>
              <a:ext uri="{FF2B5EF4-FFF2-40B4-BE49-F238E27FC236}">
                <a16:creationId xmlns:a16="http://schemas.microsoft.com/office/drawing/2014/main" id="{A5A38482-AAB7-C926-68D0-8E4F37F0CAB6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1719097" y="1997316"/>
            <a:ext cx="541519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接點: 肘形 66">
            <a:extLst>
              <a:ext uri="{FF2B5EF4-FFF2-40B4-BE49-F238E27FC236}">
                <a16:creationId xmlns:a16="http://schemas.microsoft.com/office/drawing/2014/main" id="{FBF79F9F-E93E-42AC-1E9F-80C899D08807}"/>
              </a:ext>
            </a:extLst>
          </p:cNvPr>
          <p:cNvCxnSpPr>
            <a:cxnSpLocks/>
            <a:stCxn id="57" idx="2"/>
            <a:endCxn id="58" idx="1"/>
          </p:cNvCxnSpPr>
          <p:nvPr/>
        </p:nvCxnSpPr>
        <p:spPr>
          <a:xfrm rot="16200000" flipH="1">
            <a:off x="1130598" y="1307677"/>
            <a:ext cx="372707" cy="190384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E6C22F50-CF23-3C73-520A-2A8B0975899A}"/>
              </a:ext>
            </a:extLst>
          </p:cNvPr>
          <p:cNvSpPr/>
          <p:nvPr/>
        </p:nvSpPr>
        <p:spPr>
          <a:xfrm>
            <a:off x="2101458" y="1846964"/>
            <a:ext cx="1229047" cy="272791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ENV</a:t>
            </a:r>
            <a:r>
              <a:rPr lang="zh-TW" altLang="en-US" sz="1400">
                <a:solidFill>
                  <a:schemeClr val="tx1"/>
                </a:solidFill>
              </a:rPr>
              <a:t> </a:t>
            </a:r>
            <a:r>
              <a:rPr lang="en-US" altLang="zh-TW" sz="1400">
                <a:solidFill>
                  <a:schemeClr val="tx1"/>
                </a:solidFill>
              </a:rPr>
              <a:t>setup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D634C5B0-CCCF-CA58-178C-515F38019437}"/>
              </a:ext>
            </a:extLst>
          </p:cNvPr>
          <p:cNvCxnSpPr>
            <a:cxnSpLocks/>
            <a:stCxn id="58" idx="2"/>
            <a:endCxn id="70" idx="1"/>
          </p:cNvCxnSpPr>
          <p:nvPr/>
        </p:nvCxnSpPr>
        <p:spPr>
          <a:xfrm rot="16200000" flipH="1">
            <a:off x="1860984" y="1742886"/>
            <a:ext cx="257742" cy="22320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C38998-47BB-C540-82A1-D19AA9C1DEFC}"/>
              </a:ext>
            </a:extLst>
          </p:cNvPr>
          <p:cNvSpPr txBox="1"/>
          <p:nvPr/>
        </p:nvSpPr>
        <p:spPr>
          <a:xfrm>
            <a:off x="2778673" y="3260506"/>
            <a:ext cx="1000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altLang="zh-TW" sz="1500"/>
              <a:t>Step</a:t>
            </a:r>
            <a:endParaRPr lang="zh-TW" altLang="en-US" sz="1500" err="1"/>
          </a:p>
        </p:txBody>
      </p:sp>
      <p:cxnSp>
        <p:nvCxnSpPr>
          <p:cNvPr id="4" name="接點: 肘形 3">
            <a:extLst>
              <a:ext uri="{FF2B5EF4-FFF2-40B4-BE49-F238E27FC236}">
                <a16:creationId xmlns:a16="http://schemas.microsoft.com/office/drawing/2014/main" id="{4BCDBA52-C2F1-3897-DE83-F8EDFFF8A79F}"/>
              </a:ext>
            </a:extLst>
          </p:cNvPr>
          <p:cNvCxnSpPr>
            <a:cxnSpLocks/>
            <a:stCxn id="59" idx="2"/>
            <a:endCxn id="2" idx="1"/>
          </p:cNvCxnSpPr>
          <p:nvPr/>
        </p:nvCxnSpPr>
        <p:spPr>
          <a:xfrm rot="16200000" flipH="1">
            <a:off x="2220114" y="2863530"/>
            <a:ext cx="906014" cy="211103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3E08C7-35D1-9E72-7E5C-A50514B32255}"/>
              </a:ext>
            </a:extLst>
          </p:cNvPr>
          <p:cNvSpPr txBox="1"/>
          <p:nvPr/>
        </p:nvSpPr>
        <p:spPr>
          <a:xfrm>
            <a:off x="3646302" y="1402869"/>
            <a:ext cx="386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@allure.feature(</a:t>
            </a:r>
            <a:r>
              <a:rPr lang="en-US" altLang="zh-TW" sz="1400">
                <a:solidFill>
                  <a:schemeClr val="accent3"/>
                </a:solidFill>
                <a:highlight>
                  <a:srgbClr val="FFFF00"/>
                </a:highlight>
              </a:rPr>
              <a:t>“Feature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  <a:endParaRPr lang="zh-TW" altLang="en-US" sz="1400" err="1">
              <a:highlight>
                <a:srgbClr val="FFFF00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6B4F426-6568-E709-6CE2-916A338ACE42}"/>
              </a:ext>
            </a:extLst>
          </p:cNvPr>
          <p:cNvSpPr txBox="1"/>
          <p:nvPr/>
        </p:nvSpPr>
        <p:spPr>
          <a:xfrm>
            <a:off x="3646302" y="2159847"/>
            <a:ext cx="5405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@allure.title(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“OPAL-XX Case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>
                <a:highlight>
                  <a:srgbClr val="FFFF00"/>
                </a:highlight>
              </a:rPr>
              <a:t>@allure.severity(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Severity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/>
              <a:t>Severity= 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“BLOCKER” or ”CRITICAL”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“NORMAL”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“MINOR”</a:t>
            </a:r>
            <a:endParaRPr lang="zh-TW" altLang="en-US" sz="1400" err="1"/>
          </a:p>
        </p:txBody>
      </p:sp>
      <p:sp>
        <p:nvSpPr>
          <p:cNvPr id="14" name="左大括弧 13">
            <a:extLst>
              <a:ext uri="{FF2B5EF4-FFF2-40B4-BE49-F238E27FC236}">
                <a16:creationId xmlns:a16="http://schemas.microsoft.com/office/drawing/2014/main" id="{53B3A8F8-E0EE-8B5D-8ABD-59B4577EB660}"/>
              </a:ext>
            </a:extLst>
          </p:cNvPr>
          <p:cNvSpPr/>
          <p:nvPr/>
        </p:nvSpPr>
        <p:spPr>
          <a:xfrm>
            <a:off x="3423095" y="2243284"/>
            <a:ext cx="223207" cy="926519"/>
          </a:xfrm>
          <a:prstGeom prst="leftBrace">
            <a:avLst>
              <a:gd name="adj1" fmla="val 8333"/>
              <a:gd name="adj2" fmla="val 2056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A8DD31F-553E-C57B-E486-96D81F641C8D}"/>
              </a:ext>
            </a:extLst>
          </p:cNvPr>
          <p:cNvSpPr txBox="1"/>
          <p:nvPr/>
        </p:nvSpPr>
        <p:spPr>
          <a:xfrm>
            <a:off x="4695254" y="284663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BAT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7E59593-C034-75F3-0009-55101A5A977B}"/>
              </a:ext>
            </a:extLst>
          </p:cNvPr>
          <p:cNvSpPr txBox="1"/>
          <p:nvPr/>
        </p:nvSpPr>
        <p:spPr>
          <a:xfrm>
            <a:off x="6077285" y="2846637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L1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239D453-2C42-D73D-D683-C62B645FD8C9}"/>
              </a:ext>
            </a:extLst>
          </p:cNvPr>
          <p:cNvSpPr txBox="1"/>
          <p:nvPr/>
        </p:nvSpPr>
        <p:spPr>
          <a:xfrm>
            <a:off x="7239333" y="2846636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L2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0323CF-2E14-481B-8A7B-EBA4767D9CF5}"/>
              </a:ext>
            </a:extLst>
          </p:cNvPr>
          <p:cNvSpPr txBox="1"/>
          <p:nvPr/>
        </p:nvSpPr>
        <p:spPr>
          <a:xfrm>
            <a:off x="8410550" y="283996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L3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C0E3DAC-B90B-F020-0E56-BC6FBDF221A7}"/>
              </a:ext>
            </a:extLst>
          </p:cNvPr>
          <p:cNvSpPr txBox="1"/>
          <p:nvPr/>
        </p:nvSpPr>
        <p:spPr>
          <a:xfrm>
            <a:off x="3807255" y="3295199"/>
            <a:ext cx="53093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/>
              <a:t>def </a:t>
            </a:r>
            <a:r>
              <a:rPr lang="en-US" altLang="zh-TW" sz="1400" err="1"/>
              <a:t>CustomAPI</a:t>
            </a:r>
            <a:r>
              <a:rPr lang="en-US" altLang="zh-TW" sz="1400"/>
              <a:t> ( xxx, … , </a:t>
            </a:r>
            <a:r>
              <a:rPr lang="en-US" altLang="zh-TW" sz="1400" err="1">
                <a:solidFill>
                  <a:schemeClr val="accent3"/>
                </a:solidFill>
              </a:rPr>
              <a:t>lineNum</a:t>
            </a:r>
            <a:r>
              <a:rPr lang="en-US" altLang="zh-TW" sz="1400">
                <a:solidFill>
                  <a:schemeClr val="accent3"/>
                </a:solidFill>
              </a:rPr>
              <a:t>=“”</a:t>
            </a:r>
            <a:r>
              <a:rPr lang="en-US" altLang="zh-TW" sz="1400"/>
              <a:t>):</a:t>
            </a:r>
          </a:p>
          <a:p>
            <a:r>
              <a:rPr lang="en-US" altLang="zh-TW" sz="1400"/>
              <a:t>	</a:t>
            </a:r>
            <a:r>
              <a:rPr lang="en-US" altLang="zh-TW" sz="1400">
                <a:highlight>
                  <a:srgbClr val="FFFF00"/>
                </a:highlight>
              </a:rPr>
              <a:t>with </a:t>
            </a:r>
            <a:r>
              <a:rPr lang="en-US" altLang="zh-TW" sz="1400" err="1">
                <a:highlight>
                  <a:srgbClr val="FFFF00"/>
                </a:highlight>
              </a:rPr>
              <a:t>allure.step</a:t>
            </a:r>
            <a:r>
              <a:rPr lang="en-US" altLang="zh-TW" sz="1400">
                <a:highlight>
                  <a:srgbClr val="FFFF00"/>
                </a:highlight>
              </a:rPr>
              <a:t>(</a:t>
            </a:r>
            <a:r>
              <a:rPr lang="en-US" altLang="zh-TW" sz="1400" err="1">
                <a:solidFill>
                  <a:schemeClr val="accent3"/>
                </a:solidFill>
                <a:highlight>
                  <a:srgbClr val="FFFF00"/>
                </a:highlight>
              </a:rPr>
              <a:t>lineNum</a:t>
            </a:r>
            <a:r>
              <a:rPr lang="en-US" altLang="zh-TW" sz="1400">
                <a:highlight>
                  <a:srgbClr val="FFFF00"/>
                </a:highlight>
              </a:rPr>
              <a:t>+”Step description”):</a:t>
            </a:r>
          </a:p>
          <a:p>
            <a:r>
              <a:rPr lang="en-US" altLang="zh-TW" sz="1400"/>
              <a:t>		…</a:t>
            </a:r>
          </a:p>
          <a:p>
            <a:r>
              <a:rPr lang="en-US" altLang="zh-TW" sz="1400"/>
              <a:t>※Step</a:t>
            </a:r>
            <a:r>
              <a:rPr lang="zh-TW" altLang="en-US" sz="1400"/>
              <a:t>寫在</a:t>
            </a:r>
            <a:r>
              <a:rPr lang="en-US" altLang="zh-TW" sz="1400"/>
              <a:t>API</a:t>
            </a:r>
            <a:r>
              <a:rPr lang="zh-TW" altLang="en-US" sz="1400"/>
              <a:t>的定義，</a:t>
            </a:r>
            <a:r>
              <a:rPr lang="en-US" altLang="zh-TW" sz="1400"/>
              <a:t>script</a:t>
            </a:r>
            <a:r>
              <a:rPr lang="zh-TW" altLang="en-US" sz="1400"/>
              <a:t>中只要直接使用</a:t>
            </a:r>
            <a:r>
              <a:rPr lang="en-US" altLang="zh-TW" sz="1400"/>
              <a:t>API</a:t>
            </a:r>
            <a:r>
              <a:rPr lang="zh-TW" altLang="en-US" sz="1400"/>
              <a:t>就好了</a:t>
            </a:r>
            <a:endParaRPr lang="en-US" altLang="zh-TW" sz="1400"/>
          </a:p>
          <a:p>
            <a:r>
              <a:rPr lang="zh-TW" altLang="en-US" sz="1400"/>
              <a:t>不需要寫</a:t>
            </a:r>
            <a:r>
              <a:rPr lang="en-US" altLang="zh-TW" sz="1400" err="1"/>
              <a:t>allure.step</a:t>
            </a:r>
            <a:r>
              <a:rPr lang="zh-TW" altLang="en-US" sz="1400"/>
              <a:t>描述</a:t>
            </a:r>
            <a:endParaRPr lang="en-US" altLang="zh-TW" sz="1400"/>
          </a:p>
          <a:p>
            <a:r>
              <a:rPr lang="en-US" altLang="zh-TW" sz="1400"/>
              <a:t>※Runner</a:t>
            </a:r>
            <a:r>
              <a:rPr lang="zh-TW" altLang="en-US" sz="1400"/>
              <a:t>執行時會自動把</a:t>
            </a:r>
            <a:r>
              <a:rPr lang="en-US" altLang="zh-TW" sz="1400" err="1">
                <a:solidFill>
                  <a:schemeClr val="accent3"/>
                </a:solidFill>
              </a:rPr>
              <a:t>lineNum</a:t>
            </a:r>
            <a:r>
              <a:rPr lang="zh-TW" altLang="en-US" sz="1400"/>
              <a:t>傳遞給</a:t>
            </a:r>
            <a:r>
              <a:rPr lang="en-US" altLang="zh-TW" sz="1400"/>
              <a:t>API</a:t>
            </a:r>
            <a:r>
              <a:rPr lang="zh-TW" altLang="en-US" sz="1400"/>
              <a:t>，顯示於</a:t>
            </a:r>
            <a:r>
              <a:rPr lang="en-US" altLang="zh-TW" sz="1400"/>
              <a:t>report</a:t>
            </a:r>
            <a:r>
              <a:rPr lang="zh-TW" altLang="en-US" sz="1400"/>
              <a:t>上</a:t>
            </a:r>
          </a:p>
        </p:txBody>
      </p:sp>
      <p:sp>
        <p:nvSpPr>
          <p:cNvPr id="28" name="左大括弧 27">
            <a:extLst>
              <a:ext uri="{FF2B5EF4-FFF2-40B4-BE49-F238E27FC236}">
                <a16:creationId xmlns:a16="http://schemas.microsoft.com/office/drawing/2014/main" id="{27F144A2-99F0-7C77-40F7-3F82677837B4}"/>
              </a:ext>
            </a:extLst>
          </p:cNvPr>
          <p:cNvSpPr/>
          <p:nvPr/>
        </p:nvSpPr>
        <p:spPr>
          <a:xfrm>
            <a:off x="3646302" y="3353341"/>
            <a:ext cx="223207" cy="1260223"/>
          </a:xfrm>
          <a:prstGeom prst="leftBrace">
            <a:avLst>
              <a:gd name="adj1" fmla="val 8333"/>
              <a:gd name="adj2" fmla="val 809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55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Feature</a:t>
            </a:r>
            <a:r>
              <a:rPr lang="zh-TW" altLang="en-US"/>
              <a:t> </a:t>
            </a:r>
            <a:r>
              <a:rPr lang="en-US" altLang="zh-TW"/>
              <a:t>Define</a:t>
            </a:r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BC320C3-649E-7477-125A-67271C5519F7}"/>
              </a:ext>
            </a:extLst>
          </p:cNvPr>
          <p:cNvSpPr txBox="1"/>
          <p:nvPr/>
        </p:nvSpPr>
        <p:spPr>
          <a:xfrm>
            <a:off x="598302" y="1643874"/>
            <a:ext cx="386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@allure.feature(</a:t>
            </a:r>
            <a:r>
              <a:rPr lang="en-US" altLang="zh-TW" sz="1400">
                <a:solidFill>
                  <a:schemeClr val="accent3"/>
                </a:solidFill>
                <a:highlight>
                  <a:srgbClr val="FFFF00"/>
                </a:highlight>
              </a:rPr>
              <a:t>“Feature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  <a:endParaRPr lang="zh-TW" altLang="en-US" sz="1400" err="1">
              <a:highlight>
                <a:srgbClr val="FFFF00"/>
              </a:highligh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CE24671-7790-653E-62A2-D74961376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94" y="2072782"/>
            <a:ext cx="2686744" cy="49896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A5E4EBA-6BB5-CB82-52F8-3FBA65961B53}"/>
              </a:ext>
            </a:extLst>
          </p:cNvPr>
          <p:cNvSpPr/>
          <p:nvPr/>
        </p:nvSpPr>
        <p:spPr>
          <a:xfrm>
            <a:off x="755649" y="2121696"/>
            <a:ext cx="2427030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8E09C8-8468-4444-ABEB-3BFDBEA4A7F7}"/>
              </a:ext>
            </a:extLst>
          </p:cNvPr>
          <p:cNvSpPr/>
          <p:nvPr/>
        </p:nvSpPr>
        <p:spPr>
          <a:xfrm>
            <a:off x="755649" y="2336089"/>
            <a:ext cx="1193653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74DF1067-B3A0-6214-13CA-286AC224D71E}"/>
              </a:ext>
            </a:extLst>
          </p:cNvPr>
          <p:cNvCxnSpPr>
            <a:cxnSpLocks/>
            <a:stCxn id="11" idx="1"/>
            <a:endCxn id="7" idx="1"/>
          </p:cNvCxnSpPr>
          <p:nvPr/>
        </p:nvCxnSpPr>
        <p:spPr>
          <a:xfrm rot="10800000">
            <a:off x="598303" y="1797763"/>
            <a:ext cx="157347" cy="425578"/>
          </a:xfrm>
          <a:prstGeom prst="bentConnector3">
            <a:avLst>
              <a:gd name="adj1" fmla="val 245284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4773F73-7D4C-A653-FDF8-9DF2DBBF77CF}"/>
              </a:ext>
            </a:extLst>
          </p:cNvPr>
          <p:cNvSpPr txBox="1"/>
          <p:nvPr/>
        </p:nvSpPr>
        <p:spPr>
          <a:xfrm>
            <a:off x="691594" y="2723821"/>
            <a:ext cx="37465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>
                <a:solidFill>
                  <a:schemeClr val="accent3"/>
                </a:solidFill>
              </a:rPr>
              <a:t>Test</a:t>
            </a:r>
            <a:r>
              <a:rPr lang="zh-TW" altLang="en-US" sz="1500"/>
              <a:t>開頭</a:t>
            </a:r>
            <a:r>
              <a:rPr lang="en-US" altLang="zh-TW" sz="1500"/>
              <a:t>(</a:t>
            </a:r>
            <a:r>
              <a:rPr lang="zh-TW" altLang="en-US" sz="1500"/>
              <a:t>首字大寫</a:t>
            </a:r>
            <a:r>
              <a:rPr lang="en-US" altLang="zh-TW" sz="1500"/>
              <a:t>)</a:t>
            </a:r>
            <a:endParaRPr lang="zh-TW" altLang="en-US" sz="1500" err="1"/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9714AA3C-4ADB-5FF0-1E6C-33B618A425DF}"/>
              </a:ext>
            </a:extLst>
          </p:cNvPr>
          <p:cNvCxnSpPr>
            <a:cxnSpLocks/>
            <a:stCxn id="19" idx="1"/>
            <a:endCxn id="12" idx="1"/>
          </p:cNvCxnSpPr>
          <p:nvPr/>
        </p:nvCxnSpPr>
        <p:spPr>
          <a:xfrm rot="10800000" flipH="1">
            <a:off x="691593" y="2437734"/>
            <a:ext cx="64055" cy="447670"/>
          </a:xfrm>
          <a:prstGeom prst="bentConnector3">
            <a:avLst>
              <a:gd name="adj1" fmla="val -35688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4" name="圖片 23">
            <a:extLst>
              <a:ext uri="{FF2B5EF4-FFF2-40B4-BE49-F238E27FC236}">
                <a16:creationId xmlns:a16="http://schemas.microsoft.com/office/drawing/2014/main" id="{2AA2C50D-67C2-494A-2919-E1AF4C1C4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961" y="1486085"/>
            <a:ext cx="2647138" cy="21720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79701426-F376-5C08-73F5-0EB2FFBBF029}"/>
              </a:ext>
            </a:extLst>
          </p:cNvPr>
          <p:cNvSpPr/>
          <p:nvPr/>
        </p:nvSpPr>
        <p:spPr>
          <a:xfrm>
            <a:off x="5378332" y="2084669"/>
            <a:ext cx="675138" cy="25141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281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Case Define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C17ECCF-B202-8335-D6A3-0294F0BBC9E1}"/>
              </a:ext>
            </a:extLst>
          </p:cNvPr>
          <p:cNvSpPr txBox="1"/>
          <p:nvPr/>
        </p:nvSpPr>
        <p:spPr>
          <a:xfrm>
            <a:off x="569948" y="1068237"/>
            <a:ext cx="5540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@allure.title(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“OPAL-XX Case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>
                <a:highlight>
                  <a:srgbClr val="FFFF00"/>
                </a:highlight>
              </a:rPr>
              <a:t>@allure.severity(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Severity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/>
              <a:t>Severity= 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“BLOCKER” or ”CRITICAL”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“NORMAL”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“MINOR”</a:t>
            </a:r>
            <a:endParaRPr lang="zh-TW" altLang="en-US" sz="1400" err="1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6588187-96AE-B25D-F5C5-36DDE33E1B4C}"/>
              </a:ext>
            </a:extLst>
          </p:cNvPr>
          <p:cNvSpPr txBox="1"/>
          <p:nvPr/>
        </p:nvSpPr>
        <p:spPr>
          <a:xfrm>
            <a:off x="1618900" y="175502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BAT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366BF1-9E55-2DC2-3D12-E645A6E256C4}"/>
              </a:ext>
            </a:extLst>
          </p:cNvPr>
          <p:cNvSpPr txBox="1"/>
          <p:nvPr/>
        </p:nvSpPr>
        <p:spPr>
          <a:xfrm>
            <a:off x="3034748" y="175502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L1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8D5DFAF-FC7C-2DD9-D533-9A4C46568984}"/>
              </a:ext>
            </a:extLst>
          </p:cNvPr>
          <p:cNvSpPr txBox="1"/>
          <p:nvPr/>
        </p:nvSpPr>
        <p:spPr>
          <a:xfrm>
            <a:off x="4229156" y="1737083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L2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53CD8A0-483F-BA0E-FA8A-1FD5CF614F0C}"/>
              </a:ext>
            </a:extLst>
          </p:cNvPr>
          <p:cNvSpPr txBox="1"/>
          <p:nvPr/>
        </p:nvSpPr>
        <p:spPr>
          <a:xfrm>
            <a:off x="5341866" y="1728043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L3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FC09DD9-D84F-B7E3-6B34-945AB8B48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8" y="2078193"/>
            <a:ext cx="3790950" cy="111442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48F9AA8-49CE-EFAF-2FF8-A64BEEEB0FE5}"/>
              </a:ext>
            </a:extLst>
          </p:cNvPr>
          <p:cNvSpPr/>
          <p:nvPr/>
        </p:nvSpPr>
        <p:spPr>
          <a:xfrm>
            <a:off x="755648" y="2247840"/>
            <a:ext cx="3546993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E584E1-396A-F822-EC8C-B19D3E2886A6}"/>
              </a:ext>
            </a:extLst>
          </p:cNvPr>
          <p:cNvSpPr/>
          <p:nvPr/>
        </p:nvSpPr>
        <p:spPr>
          <a:xfrm>
            <a:off x="755649" y="2451130"/>
            <a:ext cx="2526267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B2690641-8AD3-106F-0C31-8E52DF672478}"/>
              </a:ext>
            </a:extLst>
          </p:cNvPr>
          <p:cNvCxnSpPr>
            <a:cxnSpLocks/>
            <a:stCxn id="14" idx="1"/>
            <a:endCxn id="5" idx="1"/>
          </p:cNvCxnSpPr>
          <p:nvPr/>
        </p:nvCxnSpPr>
        <p:spPr>
          <a:xfrm rot="10800000">
            <a:off x="569948" y="1437569"/>
            <a:ext cx="185700" cy="911916"/>
          </a:xfrm>
          <a:prstGeom prst="bentConnector3">
            <a:avLst>
              <a:gd name="adj1" fmla="val 223102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CA45703A-713E-20FE-7B0B-F41ED33A8223}"/>
              </a:ext>
            </a:extLst>
          </p:cNvPr>
          <p:cNvSpPr/>
          <p:nvPr/>
        </p:nvSpPr>
        <p:spPr>
          <a:xfrm>
            <a:off x="755648" y="2672365"/>
            <a:ext cx="1661487" cy="185345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C0AD69F-6AE1-4DB3-D6E0-CFD3C96E51A7}"/>
              </a:ext>
            </a:extLst>
          </p:cNvPr>
          <p:cNvSpPr/>
          <p:nvPr/>
        </p:nvSpPr>
        <p:spPr>
          <a:xfrm>
            <a:off x="1121235" y="2862350"/>
            <a:ext cx="2526267" cy="26665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F678016-9A97-104B-B40F-1FDDECA4CCB7}"/>
              </a:ext>
            </a:extLst>
          </p:cNvPr>
          <p:cNvSpPr txBox="1"/>
          <p:nvPr/>
        </p:nvSpPr>
        <p:spPr>
          <a:xfrm>
            <a:off x="482592" y="4245399"/>
            <a:ext cx="37465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accent3"/>
                </a:solidFill>
              </a:rPr>
              <a:t>test_</a:t>
            </a:r>
            <a:r>
              <a:rPr lang="zh-TW" altLang="en-US" sz="1500" dirty="0"/>
              <a:t>開頭</a:t>
            </a:r>
            <a:r>
              <a:rPr lang="en-US" altLang="zh-TW" sz="1500" dirty="0"/>
              <a:t>(</a:t>
            </a:r>
            <a:r>
              <a:rPr lang="zh-TW" altLang="en-US" sz="1500" dirty="0"/>
              <a:t>首字小寫</a:t>
            </a:r>
            <a:r>
              <a:rPr lang="en-US" altLang="zh-TW" sz="1500" dirty="0"/>
              <a:t>)</a:t>
            </a:r>
            <a:r>
              <a:rPr lang="zh-TW" altLang="en-US" sz="1500" dirty="0"/>
              <a:t>，名稱</a:t>
            </a:r>
            <a:r>
              <a:rPr lang="zh-TW" altLang="en-US" sz="1500" dirty="0">
                <a:solidFill>
                  <a:schemeClr val="accent3"/>
                </a:solidFill>
              </a:rPr>
              <a:t>不可</a:t>
            </a:r>
            <a:r>
              <a:rPr lang="zh-TW" altLang="en-US" sz="1500" dirty="0"/>
              <a:t>重複</a:t>
            </a:r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92CCBDE7-6626-5555-8EA2-639DD3EFB170}"/>
              </a:ext>
            </a:extLst>
          </p:cNvPr>
          <p:cNvCxnSpPr>
            <a:cxnSpLocks/>
            <a:stCxn id="22" idx="1"/>
            <a:endCxn id="20" idx="1"/>
          </p:cNvCxnSpPr>
          <p:nvPr/>
        </p:nvCxnSpPr>
        <p:spPr>
          <a:xfrm rot="10800000" flipH="1">
            <a:off x="482592" y="2765038"/>
            <a:ext cx="273056" cy="1641944"/>
          </a:xfrm>
          <a:prstGeom prst="bentConnector3">
            <a:avLst>
              <a:gd name="adj1" fmla="val -83719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B5D62FA-FC20-2847-AD76-9D49CBF4BF6A}"/>
              </a:ext>
            </a:extLst>
          </p:cNvPr>
          <p:cNvSpPr txBox="1"/>
          <p:nvPr/>
        </p:nvSpPr>
        <p:spPr>
          <a:xfrm>
            <a:off x="723620" y="3294263"/>
            <a:ext cx="444380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>
                <a:solidFill>
                  <a:schemeClr val="accent3"/>
                </a:solidFill>
              </a:rPr>
              <a:t>Description: </a:t>
            </a:r>
            <a:r>
              <a:rPr lang="en-US" altLang="zh-TW" sz="1500"/>
              <a:t>case</a:t>
            </a:r>
            <a:r>
              <a:rPr lang="zh-TW" altLang="en-US" sz="1500"/>
              <a:t>內容的描述，在</a:t>
            </a:r>
            <a:r>
              <a:rPr lang="en-US" altLang="zh-TW" sz="1500"/>
              <a:t>def</a:t>
            </a:r>
            <a:r>
              <a:rPr lang="zh-TW" altLang="en-US" sz="1500"/>
              <a:t>的下一行，用三個</a:t>
            </a:r>
            <a:r>
              <a:rPr lang="en-US" altLang="zh-TW" sz="1500"/>
              <a:t>”</a:t>
            </a:r>
            <a:r>
              <a:rPr lang="zh-TW" altLang="en-US" sz="1500"/>
              <a:t>包起來</a:t>
            </a:r>
            <a:r>
              <a:rPr lang="en-US" altLang="zh-TW" sz="1500"/>
              <a:t>(Python</a:t>
            </a:r>
            <a:r>
              <a:rPr lang="zh-TW" altLang="en-US" sz="1500"/>
              <a:t>的多行註解語法</a:t>
            </a:r>
            <a:r>
              <a:rPr lang="en-US" altLang="zh-TW" sz="1500"/>
              <a:t>)</a:t>
            </a:r>
          </a:p>
          <a:p>
            <a:r>
              <a:rPr lang="en-US" altLang="zh-TW" sz="1500" err="1">
                <a:solidFill>
                  <a:schemeClr val="accent3"/>
                </a:solidFill>
              </a:rPr>
              <a:t>TestLink</a:t>
            </a:r>
            <a:r>
              <a:rPr lang="zh-TW" altLang="en-US" sz="1500">
                <a:solidFill>
                  <a:schemeClr val="accent3"/>
                </a:solidFill>
              </a:rPr>
              <a:t>回傳機制必須從這裡取得</a:t>
            </a:r>
            <a:r>
              <a:rPr lang="en-US" altLang="zh-TW" sz="1500">
                <a:solidFill>
                  <a:schemeClr val="accent3"/>
                </a:solidFill>
              </a:rPr>
              <a:t>case ID</a:t>
            </a:r>
            <a:endParaRPr lang="zh-TW" altLang="en-US" sz="150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68B27E3D-F13E-6D0E-3C72-60A5B953F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503" y="177474"/>
            <a:ext cx="2647138" cy="2172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9F1664DC-8424-96E3-A4F2-71A62FA49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238" y="2436340"/>
            <a:ext cx="2465527" cy="21720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125EFF4E-5658-67FB-0B7F-9759400C5D42}"/>
              </a:ext>
            </a:extLst>
          </p:cNvPr>
          <p:cNvSpPr/>
          <p:nvPr/>
        </p:nvSpPr>
        <p:spPr>
          <a:xfrm>
            <a:off x="6087167" y="1237932"/>
            <a:ext cx="1716616" cy="24580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533C65-E974-6BF8-D170-1B5CB5EA9F49}"/>
              </a:ext>
            </a:extLst>
          </p:cNvPr>
          <p:cNvSpPr/>
          <p:nvPr/>
        </p:nvSpPr>
        <p:spPr>
          <a:xfrm>
            <a:off x="6128525" y="3829458"/>
            <a:ext cx="1264645" cy="55824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419C62-BFC9-3121-D50B-83842DFA26AD}"/>
              </a:ext>
            </a:extLst>
          </p:cNvPr>
          <p:cNvSpPr/>
          <p:nvPr/>
        </p:nvSpPr>
        <p:spPr>
          <a:xfrm>
            <a:off x="6128524" y="3357772"/>
            <a:ext cx="903139" cy="251036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3367AA2F-FC5C-5B4D-EAFE-9FAAFEEAD0DA}"/>
              </a:ext>
            </a:extLst>
          </p:cNvPr>
          <p:cNvCxnSpPr>
            <a:cxnSpLocks/>
            <a:stCxn id="27" idx="1"/>
            <a:endCxn id="21" idx="1"/>
          </p:cNvCxnSpPr>
          <p:nvPr/>
        </p:nvCxnSpPr>
        <p:spPr>
          <a:xfrm rot="10800000" flipH="1">
            <a:off x="723619" y="2995676"/>
            <a:ext cx="397615" cy="691002"/>
          </a:xfrm>
          <a:prstGeom prst="bentConnector3">
            <a:avLst>
              <a:gd name="adj1" fmla="val -57493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300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Step</a:t>
            </a:r>
            <a:r>
              <a:rPr lang="zh-TW" altLang="en-US"/>
              <a:t> </a:t>
            </a:r>
            <a:r>
              <a:rPr lang="en-US" altLang="zh-TW"/>
              <a:t>Define</a:t>
            </a:r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10DD0C2-1380-F67C-A2C2-7B8CDBE0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5" y="1581482"/>
            <a:ext cx="6686550" cy="311467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FA345D2-E368-8316-0365-A5305F8CB0A0}"/>
              </a:ext>
            </a:extLst>
          </p:cNvPr>
          <p:cNvSpPr/>
          <p:nvPr/>
        </p:nvSpPr>
        <p:spPr>
          <a:xfrm>
            <a:off x="741251" y="3037174"/>
            <a:ext cx="1980462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AF488D1-BDD2-75F2-B454-06F1CA8BBA91}"/>
              </a:ext>
            </a:extLst>
          </p:cNvPr>
          <p:cNvSpPr txBox="1"/>
          <p:nvPr/>
        </p:nvSpPr>
        <p:spPr>
          <a:xfrm>
            <a:off x="214865" y="818528"/>
            <a:ext cx="5309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/>
              <a:t>def </a:t>
            </a:r>
            <a:r>
              <a:rPr lang="en-US" altLang="zh-TW" sz="1400" err="1"/>
              <a:t>CustomAPI</a:t>
            </a:r>
            <a:r>
              <a:rPr lang="en-US" altLang="zh-TW" sz="1400"/>
              <a:t> ( xxx, … , </a:t>
            </a:r>
            <a:r>
              <a:rPr lang="en-US" altLang="zh-TW" sz="1400" err="1">
                <a:solidFill>
                  <a:schemeClr val="accent3"/>
                </a:solidFill>
              </a:rPr>
              <a:t>lineNum</a:t>
            </a:r>
            <a:r>
              <a:rPr lang="en-US" altLang="zh-TW" sz="1400">
                <a:solidFill>
                  <a:schemeClr val="accent3"/>
                </a:solidFill>
              </a:rPr>
              <a:t>=“”</a:t>
            </a:r>
            <a:r>
              <a:rPr lang="en-US" altLang="zh-TW" sz="1400"/>
              <a:t>):</a:t>
            </a:r>
          </a:p>
          <a:p>
            <a:r>
              <a:rPr lang="en-US" altLang="zh-TW" sz="1400"/>
              <a:t>	</a:t>
            </a:r>
            <a:r>
              <a:rPr lang="en-US" altLang="zh-TW" sz="1400">
                <a:highlight>
                  <a:srgbClr val="FFFF00"/>
                </a:highlight>
              </a:rPr>
              <a:t>with </a:t>
            </a:r>
            <a:r>
              <a:rPr lang="en-US" altLang="zh-TW" sz="1400" err="1">
                <a:highlight>
                  <a:srgbClr val="FFFF00"/>
                </a:highlight>
              </a:rPr>
              <a:t>allure.step</a:t>
            </a:r>
            <a:r>
              <a:rPr lang="en-US" altLang="zh-TW" sz="1400">
                <a:highlight>
                  <a:srgbClr val="FFFF00"/>
                </a:highlight>
              </a:rPr>
              <a:t>(</a:t>
            </a:r>
            <a:r>
              <a:rPr lang="en-US" altLang="zh-TW" sz="1400" err="1">
                <a:solidFill>
                  <a:schemeClr val="accent3"/>
                </a:solidFill>
                <a:highlight>
                  <a:srgbClr val="FFFF00"/>
                </a:highlight>
              </a:rPr>
              <a:t>lineNum</a:t>
            </a:r>
            <a:r>
              <a:rPr lang="en-US" altLang="zh-TW" sz="1400">
                <a:highlight>
                  <a:srgbClr val="FFFF00"/>
                </a:highlight>
              </a:rPr>
              <a:t>+”Step description”):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DA9544-2575-1028-265B-02DD959B67CA}"/>
              </a:ext>
            </a:extLst>
          </p:cNvPr>
          <p:cNvSpPr/>
          <p:nvPr/>
        </p:nvSpPr>
        <p:spPr>
          <a:xfrm>
            <a:off x="4473279" y="1581482"/>
            <a:ext cx="743763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6068627-1229-1828-D200-E739CAA98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608" y="3117229"/>
            <a:ext cx="5059658" cy="1117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1883FC5-9947-1627-6D90-CFA9C55093EE}"/>
              </a:ext>
            </a:extLst>
          </p:cNvPr>
          <p:cNvSpPr/>
          <p:nvPr/>
        </p:nvSpPr>
        <p:spPr>
          <a:xfrm>
            <a:off x="4030256" y="3675943"/>
            <a:ext cx="4961010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107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Step</a:t>
            </a:r>
            <a:r>
              <a:rPr lang="zh-TW" altLang="en-US"/>
              <a:t> </a:t>
            </a:r>
            <a:r>
              <a:rPr lang="en-US" altLang="zh-TW"/>
              <a:t>Attach File</a:t>
            </a:r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10DD0C2-1380-F67C-A2C2-7B8CDBE0B3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622" b="12179"/>
          <a:stretch/>
        </p:blipFill>
        <p:spPr>
          <a:xfrm>
            <a:off x="214865" y="808074"/>
            <a:ext cx="6686550" cy="143893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FA345D2-E368-8316-0365-A5305F8CB0A0}"/>
              </a:ext>
            </a:extLst>
          </p:cNvPr>
          <p:cNvSpPr/>
          <p:nvPr/>
        </p:nvSpPr>
        <p:spPr>
          <a:xfrm>
            <a:off x="1010609" y="1406847"/>
            <a:ext cx="5890806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AB209A-492E-59C0-8097-43C5923A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140" y="1801522"/>
            <a:ext cx="5217236" cy="28666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2216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Step</a:t>
            </a:r>
            <a:r>
              <a:rPr lang="zh-TW" altLang="en-US"/>
              <a:t> </a:t>
            </a:r>
            <a:r>
              <a:rPr lang="en-US" altLang="zh-TW"/>
              <a:t>Attach Content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82E699-907C-3630-9F6D-B3B5B7E3F0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700"/>
          <a:stretch/>
        </p:blipFill>
        <p:spPr>
          <a:xfrm>
            <a:off x="183412" y="1027815"/>
            <a:ext cx="8473339" cy="55037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A8181C9-C092-97CF-5DA2-B0AC11BFD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40" y="1630199"/>
            <a:ext cx="6283511" cy="32065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7700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ED4190-DF7C-214B-3E38-1DB2503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ACTS 3.0 Instructions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2024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ACTS 3.0 Process Flow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4B932A-ADC1-DB79-7DD7-0E507A0627E6}"/>
              </a:ext>
            </a:extLst>
          </p:cNvPr>
          <p:cNvSpPr/>
          <p:nvPr/>
        </p:nvSpPr>
        <p:spPr>
          <a:xfrm>
            <a:off x="433493" y="1122077"/>
            <a:ext cx="8337974" cy="33866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DD1532C-3C5E-922B-D058-9D7FB7352354}"/>
              </a:ext>
            </a:extLst>
          </p:cNvPr>
          <p:cNvSpPr txBox="1"/>
          <p:nvPr/>
        </p:nvSpPr>
        <p:spPr>
          <a:xfrm>
            <a:off x="3740678" y="1109439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/>
              <a:t>Runner.py</a:t>
            </a:r>
            <a:endParaRPr lang="zh-TW" altLang="en-US" sz="1500" err="1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4A0B94D9-1CCF-233D-F594-776370272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26" y="2470746"/>
            <a:ext cx="1177878" cy="927352"/>
          </a:xfrm>
          <a:prstGeom prst="rect">
            <a:avLst/>
          </a:prstGeom>
        </p:spPr>
      </p:pic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144624AE-8448-B8D3-CD65-FF551DB1813C}"/>
              </a:ext>
            </a:extLst>
          </p:cNvPr>
          <p:cNvCxnSpPr/>
          <p:nvPr/>
        </p:nvCxnSpPr>
        <p:spPr>
          <a:xfrm flipV="1">
            <a:off x="611426" y="1460744"/>
            <a:ext cx="0" cy="1010002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10C7BE5-5379-E6A4-1D75-8684A5684767}"/>
              </a:ext>
            </a:extLst>
          </p:cNvPr>
          <p:cNvSpPr txBox="1"/>
          <p:nvPr/>
        </p:nvSpPr>
        <p:spPr>
          <a:xfrm>
            <a:off x="363858" y="3359592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/>
              <a:t>Runner GUI</a:t>
            </a:r>
            <a:endParaRPr lang="zh-TW" altLang="en-US" sz="1500" err="1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033017-C967-2C9E-D68A-E5869773AFCB}"/>
              </a:ext>
            </a:extLst>
          </p:cNvPr>
          <p:cNvSpPr txBox="1"/>
          <p:nvPr/>
        </p:nvSpPr>
        <p:spPr>
          <a:xfrm>
            <a:off x="248711" y="3635564"/>
            <a:ext cx="2155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Configure test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Pick test cases</a:t>
            </a:r>
            <a:endParaRPr lang="zh-TW" altLang="en-US" sz="1000" err="1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B1C7A7D7-F7BF-595A-8148-66D5F5134C75}"/>
              </a:ext>
            </a:extLst>
          </p:cNvPr>
          <p:cNvCxnSpPr>
            <a:cxnSpLocks/>
          </p:cNvCxnSpPr>
          <p:nvPr/>
        </p:nvCxnSpPr>
        <p:spPr>
          <a:xfrm>
            <a:off x="1789304" y="1460744"/>
            <a:ext cx="0" cy="973494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FF6092E-F5A0-2809-15B9-75C27A1CA022}"/>
              </a:ext>
            </a:extLst>
          </p:cNvPr>
          <p:cNvSpPr/>
          <p:nvPr/>
        </p:nvSpPr>
        <p:spPr>
          <a:xfrm>
            <a:off x="1619970" y="1733518"/>
            <a:ext cx="338667" cy="499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形 30" descr="文件 以實心填滿">
            <a:extLst>
              <a:ext uri="{FF2B5EF4-FFF2-40B4-BE49-F238E27FC236}">
                <a16:creationId xmlns:a16="http://schemas.microsoft.com/office/drawing/2014/main" id="{862D8265-7F11-AF00-D1BE-94AD12CF9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9970" y="1733518"/>
            <a:ext cx="338667" cy="338667"/>
          </a:xfrm>
          <a:prstGeom prst="rect">
            <a:avLst/>
          </a:prstGeom>
        </p:spPr>
      </p:pic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CADAE89-1862-75A9-E336-30ADD35479A5}"/>
              </a:ext>
            </a:extLst>
          </p:cNvPr>
          <p:cNvCxnSpPr/>
          <p:nvPr/>
        </p:nvCxnSpPr>
        <p:spPr>
          <a:xfrm flipV="1">
            <a:off x="5301946" y="1460744"/>
            <a:ext cx="0" cy="1010002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48E4852-7829-9B9F-7469-CFFBB7F64E7C}"/>
              </a:ext>
            </a:extLst>
          </p:cNvPr>
          <p:cNvSpPr txBox="1"/>
          <p:nvPr/>
        </p:nvSpPr>
        <p:spPr>
          <a:xfrm>
            <a:off x="1119088" y="2025244"/>
            <a:ext cx="1343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PreviousSetting.py</a:t>
            </a:r>
            <a:endParaRPr lang="zh-TW" altLang="en-US" sz="1000" err="1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50C24D-AAAB-84AD-2621-209E14E4898C}"/>
              </a:ext>
            </a:extLst>
          </p:cNvPr>
          <p:cNvSpPr/>
          <p:nvPr/>
        </p:nvSpPr>
        <p:spPr>
          <a:xfrm>
            <a:off x="5133725" y="1757178"/>
            <a:ext cx="338667" cy="499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3B747A61-3CA5-DD6A-BB14-889C27EFF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3725" y="1757178"/>
            <a:ext cx="338667" cy="338667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93866E31-32C4-C80A-F4AA-A661CDBA0E91}"/>
              </a:ext>
            </a:extLst>
          </p:cNvPr>
          <p:cNvSpPr txBox="1"/>
          <p:nvPr/>
        </p:nvSpPr>
        <p:spPr>
          <a:xfrm>
            <a:off x="4602359" y="2038859"/>
            <a:ext cx="1343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temp/test_acts.py</a:t>
            </a:r>
            <a:endParaRPr lang="zh-TW" altLang="en-US" sz="1000" err="1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285065-C171-3270-E631-529AC703367B}"/>
              </a:ext>
            </a:extLst>
          </p:cNvPr>
          <p:cNvSpPr/>
          <p:nvPr/>
        </p:nvSpPr>
        <p:spPr>
          <a:xfrm>
            <a:off x="5301948" y="2470432"/>
            <a:ext cx="1288506" cy="3386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28F2C0E-B7F2-EFD5-4BBB-B6FCB53158EF}"/>
              </a:ext>
            </a:extLst>
          </p:cNvPr>
          <p:cNvSpPr txBox="1"/>
          <p:nvPr/>
        </p:nvSpPr>
        <p:spPr>
          <a:xfrm>
            <a:off x="5301948" y="2470432"/>
            <a:ext cx="13432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err="1"/>
              <a:t>Pytest</a:t>
            </a:r>
            <a:endParaRPr lang="zh-TW" altLang="en-US" sz="1500" err="1"/>
          </a:p>
        </p:txBody>
      </p:sp>
      <p:pic>
        <p:nvPicPr>
          <p:cNvPr id="41" name="圖形 40" descr="文件 以實心填滿">
            <a:extLst>
              <a:ext uri="{FF2B5EF4-FFF2-40B4-BE49-F238E27FC236}">
                <a16:creationId xmlns:a16="http://schemas.microsoft.com/office/drawing/2014/main" id="{9C074187-EEE3-BD86-0F3B-070F29F8C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2105" y="1757177"/>
            <a:ext cx="338667" cy="338667"/>
          </a:xfrm>
          <a:prstGeom prst="rect">
            <a:avLst/>
          </a:prstGeom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30F8FEC4-3648-2489-70F9-070CA213E93F}"/>
              </a:ext>
            </a:extLst>
          </p:cNvPr>
          <p:cNvSpPr txBox="1"/>
          <p:nvPr/>
        </p:nvSpPr>
        <p:spPr>
          <a:xfrm>
            <a:off x="3029952" y="2061367"/>
            <a:ext cx="941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&lt;Script file&gt;</a:t>
            </a:r>
            <a:endParaRPr lang="zh-TW" altLang="en-US" sz="1000" err="1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312DA10A-4822-4886-84B2-F601FEC30E84}"/>
              </a:ext>
            </a:extLst>
          </p:cNvPr>
          <p:cNvSpPr/>
          <p:nvPr/>
        </p:nvSpPr>
        <p:spPr>
          <a:xfrm>
            <a:off x="3828994" y="1847976"/>
            <a:ext cx="1304732" cy="18399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A55F6B4-C296-88D8-8A29-4CEB5374EECD}"/>
              </a:ext>
            </a:extLst>
          </p:cNvPr>
          <p:cNvSpPr txBox="1"/>
          <p:nvPr/>
        </p:nvSpPr>
        <p:spPr>
          <a:xfrm>
            <a:off x="2477899" y="2322491"/>
            <a:ext cx="2079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Insert </a:t>
            </a:r>
            <a:r>
              <a:rPr lang="en-US" altLang="zh-TW" sz="1000" err="1"/>
              <a:t>lineNum</a:t>
            </a:r>
            <a:endParaRPr lang="en-US" altLang="zh-TW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Insert Init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Import variable files(JSON)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Skip not selected cases</a:t>
            </a:r>
            <a:endParaRPr lang="zh-TW" altLang="en-US" sz="1000" err="1"/>
          </a:p>
        </p:txBody>
      </p:sp>
      <p:pic>
        <p:nvPicPr>
          <p:cNvPr id="46" name="圖形 45" descr="資料夾 外框">
            <a:extLst>
              <a:ext uri="{FF2B5EF4-FFF2-40B4-BE49-F238E27FC236}">
                <a16:creationId xmlns:a16="http://schemas.microsoft.com/office/drawing/2014/main" id="{B8FE804D-35EA-0941-E5F9-9E1CE5898B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1609" y="3077771"/>
            <a:ext cx="356325" cy="356325"/>
          </a:xfrm>
          <a:prstGeom prst="rect">
            <a:avLst/>
          </a:prstGeom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B2AAB4A3-18A6-1511-97A2-6B55FFEF4E14}"/>
              </a:ext>
            </a:extLst>
          </p:cNvPr>
          <p:cNvSpPr txBox="1"/>
          <p:nvPr/>
        </p:nvSpPr>
        <p:spPr>
          <a:xfrm>
            <a:off x="2126597" y="3390173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&lt;Tool path&gt;/module</a:t>
            </a:r>
            <a:endParaRPr lang="zh-TW" altLang="en-US" sz="1000" err="1"/>
          </a:p>
        </p:txBody>
      </p:sp>
      <p:pic>
        <p:nvPicPr>
          <p:cNvPr id="48" name="圖形 47" descr="資料夾 外框">
            <a:extLst>
              <a:ext uri="{FF2B5EF4-FFF2-40B4-BE49-F238E27FC236}">
                <a16:creationId xmlns:a16="http://schemas.microsoft.com/office/drawing/2014/main" id="{A361227E-C8D7-1D1D-B29A-FBD46DABBC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296" y="3090082"/>
            <a:ext cx="356325" cy="356325"/>
          </a:xfrm>
          <a:prstGeom prst="rect">
            <a:avLst/>
          </a:prstGeom>
        </p:spPr>
      </p:pic>
      <p:sp>
        <p:nvSpPr>
          <p:cNvPr id="49" name="文字方塊 48">
            <a:extLst>
              <a:ext uri="{FF2B5EF4-FFF2-40B4-BE49-F238E27FC236}">
                <a16:creationId xmlns:a16="http://schemas.microsoft.com/office/drawing/2014/main" id="{87EF2E0A-9E3F-007E-A786-9A32AB1A94F7}"/>
              </a:ext>
            </a:extLst>
          </p:cNvPr>
          <p:cNvSpPr txBox="1"/>
          <p:nvPr/>
        </p:nvSpPr>
        <p:spPr>
          <a:xfrm>
            <a:off x="3518284" y="3402484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D:/ACTS_3_0/module</a:t>
            </a:r>
            <a:endParaRPr lang="zh-TW" altLang="en-US" sz="1000" err="1"/>
          </a:p>
        </p:txBody>
      </p:sp>
      <p:sp>
        <p:nvSpPr>
          <p:cNvPr id="50" name="箭號: 向右 49">
            <a:extLst>
              <a:ext uri="{FF2B5EF4-FFF2-40B4-BE49-F238E27FC236}">
                <a16:creationId xmlns:a16="http://schemas.microsoft.com/office/drawing/2014/main" id="{E0E2596F-897A-B659-02A8-4D87B4C40D2F}"/>
              </a:ext>
            </a:extLst>
          </p:cNvPr>
          <p:cNvSpPr/>
          <p:nvPr/>
        </p:nvSpPr>
        <p:spPr>
          <a:xfrm>
            <a:off x="3254375" y="3179610"/>
            <a:ext cx="728315" cy="177268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596B6B99-E376-658F-D941-B2CF2B5EAD5C}"/>
              </a:ext>
            </a:extLst>
          </p:cNvPr>
          <p:cNvCxnSpPr>
            <a:cxnSpLocks/>
          </p:cNvCxnSpPr>
          <p:nvPr/>
        </p:nvCxnSpPr>
        <p:spPr>
          <a:xfrm>
            <a:off x="6583673" y="1475085"/>
            <a:ext cx="0" cy="973494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圖片 52">
            <a:extLst>
              <a:ext uri="{FF2B5EF4-FFF2-40B4-BE49-F238E27FC236}">
                <a16:creationId xmlns:a16="http://schemas.microsoft.com/office/drawing/2014/main" id="{9A759DD3-B5BE-9800-EBF4-8D74014F8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583" y="2602934"/>
            <a:ext cx="2155827" cy="1229956"/>
          </a:xfrm>
          <a:prstGeom prst="rect">
            <a:avLst/>
          </a:prstGeom>
        </p:spPr>
      </p:pic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9D5E0D88-D0FC-AE77-B0B8-5B6E3731B6E7}"/>
              </a:ext>
            </a:extLst>
          </p:cNvPr>
          <p:cNvCxnSpPr/>
          <p:nvPr/>
        </p:nvCxnSpPr>
        <p:spPr>
          <a:xfrm flipV="1">
            <a:off x="7914309" y="1490769"/>
            <a:ext cx="0" cy="1010002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B81AB900-2714-C491-A390-83EBA221F265}"/>
              </a:ext>
            </a:extLst>
          </p:cNvPr>
          <p:cNvSpPr/>
          <p:nvPr/>
        </p:nvSpPr>
        <p:spPr>
          <a:xfrm>
            <a:off x="7748693" y="1794483"/>
            <a:ext cx="321256" cy="4678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C4EC3F5-A6B0-B757-0B66-0309AA1A13CE}"/>
              </a:ext>
            </a:extLst>
          </p:cNvPr>
          <p:cNvSpPr txBox="1"/>
          <p:nvPr/>
        </p:nvSpPr>
        <p:spPr>
          <a:xfrm>
            <a:off x="6754118" y="1725840"/>
            <a:ext cx="24026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Transfer Allure report into 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Upload HTML report to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Open local Allure report</a:t>
            </a:r>
            <a:endParaRPr lang="zh-TW" altLang="en-US" sz="1000" err="1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78B2A55-A0D5-DA02-6D8C-DC331CCDEB95}"/>
              </a:ext>
            </a:extLst>
          </p:cNvPr>
          <p:cNvSpPr txBox="1"/>
          <p:nvPr/>
        </p:nvSpPr>
        <p:spPr>
          <a:xfrm>
            <a:off x="7118927" y="3827498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/>
              <a:t>Allure</a:t>
            </a:r>
            <a:endParaRPr lang="zh-TW" altLang="en-US" sz="1500" err="1"/>
          </a:p>
        </p:txBody>
      </p:sp>
    </p:spTree>
    <p:extLst>
      <p:ext uri="{BB962C8B-B14F-4D97-AF65-F5344CB8AC3E}">
        <p14:creationId xmlns:p14="http://schemas.microsoft.com/office/powerpoint/2010/main" val="1931004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65CD7E-321B-407D-F6B4-6B2E9FF4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81" y="860214"/>
            <a:ext cx="4135967" cy="37798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B57068-0D6F-F812-2E69-6042F0D4BC7C}"/>
              </a:ext>
            </a:extLst>
          </p:cNvPr>
          <p:cNvSpPr/>
          <p:nvPr/>
        </p:nvSpPr>
        <p:spPr>
          <a:xfrm>
            <a:off x="2517160" y="1652693"/>
            <a:ext cx="3630506" cy="33189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841D51-B738-6974-2550-7F3FDD6E3B63}"/>
              </a:ext>
            </a:extLst>
          </p:cNvPr>
          <p:cNvSpPr/>
          <p:nvPr/>
        </p:nvSpPr>
        <p:spPr>
          <a:xfrm>
            <a:off x="2517160" y="2250016"/>
            <a:ext cx="3630506" cy="52705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1E9CCAD-81C5-3FAD-D513-0C91E8F9C552}"/>
              </a:ext>
            </a:extLst>
          </p:cNvPr>
          <p:cNvSpPr txBox="1"/>
          <p:nvPr/>
        </p:nvSpPr>
        <p:spPr>
          <a:xfrm>
            <a:off x="558450" y="1680140"/>
            <a:ext cx="169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Script file(.</a:t>
            </a:r>
            <a:r>
              <a:rPr lang="en-US" altLang="zh-TW" sz="1200" err="1"/>
              <a:t>py</a:t>
            </a:r>
            <a:r>
              <a:rPr lang="en-US" altLang="zh-TW" sz="1200"/>
              <a:t>) select</a:t>
            </a:r>
            <a:endParaRPr lang="zh-TW" altLang="en-US" sz="1200" err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F6CAA63-405B-4F6D-BA0F-244012433DAD}"/>
              </a:ext>
            </a:extLst>
          </p:cNvPr>
          <p:cNvSpPr txBox="1"/>
          <p:nvPr/>
        </p:nvSpPr>
        <p:spPr>
          <a:xfrm>
            <a:off x="295506" y="2375041"/>
            <a:ext cx="2193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Variable file(.</a:t>
            </a:r>
            <a:r>
              <a:rPr lang="en-US" altLang="zh-TW" sz="1200" err="1"/>
              <a:t>json</a:t>
            </a:r>
            <a:r>
              <a:rPr lang="en-US" altLang="zh-TW" sz="1200"/>
              <a:t>) select</a:t>
            </a:r>
            <a:endParaRPr lang="zh-TW" altLang="en-US" sz="1200" err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8C0EEF-CB13-A00C-63F2-7EED566682DC}"/>
              </a:ext>
            </a:extLst>
          </p:cNvPr>
          <p:cNvSpPr/>
          <p:nvPr/>
        </p:nvSpPr>
        <p:spPr>
          <a:xfrm>
            <a:off x="2530811" y="3113616"/>
            <a:ext cx="3630506" cy="26627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9140EC-F610-C6AD-CEE5-DD8F79F681EC}"/>
              </a:ext>
            </a:extLst>
          </p:cNvPr>
          <p:cNvSpPr txBox="1"/>
          <p:nvPr/>
        </p:nvSpPr>
        <p:spPr>
          <a:xfrm>
            <a:off x="770924" y="3107550"/>
            <a:ext cx="1229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Report folder</a:t>
            </a:r>
            <a:endParaRPr lang="zh-TW" altLang="en-US" sz="1200" err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CBD565-B779-5855-4D46-8405A24032F7}"/>
              </a:ext>
            </a:extLst>
          </p:cNvPr>
          <p:cNvSpPr/>
          <p:nvPr/>
        </p:nvSpPr>
        <p:spPr>
          <a:xfrm>
            <a:off x="2530811" y="3583304"/>
            <a:ext cx="3630506" cy="26627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7350A1D-0AC1-0F85-ADBA-05868EDB6ADB}"/>
              </a:ext>
            </a:extLst>
          </p:cNvPr>
          <p:cNvSpPr txBox="1"/>
          <p:nvPr/>
        </p:nvSpPr>
        <p:spPr>
          <a:xfrm>
            <a:off x="520935" y="3543931"/>
            <a:ext cx="1729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Tool path select</a:t>
            </a:r>
            <a:br>
              <a:rPr lang="en-US" altLang="zh-TW" sz="1200"/>
            </a:br>
            <a:r>
              <a:rPr lang="en-US" altLang="zh-TW" sz="1200"/>
              <a:t>Module path:</a:t>
            </a:r>
            <a:br>
              <a:rPr lang="en-US" altLang="zh-TW" sz="1200"/>
            </a:br>
            <a:r>
              <a:rPr lang="en-US" altLang="zh-TW" sz="1200">
                <a:solidFill>
                  <a:schemeClr val="accent3"/>
                </a:solidFill>
              </a:rPr>
              <a:t>&lt;Tool path&gt;/module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9457836-1811-FB8F-4815-0DBF76B83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919" y="860214"/>
            <a:ext cx="1314450" cy="12954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B26E08E2-FDDD-562C-012E-9E7162DB0684}"/>
              </a:ext>
            </a:extLst>
          </p:cNvPr>
          <p:cNvSpPr txBox="1"/>
          <p:nvPr/>
        </p:nvSpPr>
        <p:spPr>
          <a:xfrm>
            <a:off x="6775622" y="2252126"/>
            <a:ext cx="2212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/>
              <a:t>按下</a:t>
            </a:r>
            <a:r>
              <a:rPr lang="en-US" altLang="zh-TW" sz="1200"/>
              <a:t>Run</a:t>
            </a:r>
            <a:r>
              <a:rPr lang="zh-TW" altLang="en-US" sz="1200"/>
              <a:t>之後會自動把現在的組態存到</a:t>
            </a:r>
            <a:r>
              <a:rPr lang="en-US" altLang="zh-TW" sz="1200"/>
              <a:t>PreviousSetting.py</a:t>
            </a:r>
          </a:p>
          <a:p>
            <a:r>
              <a:rPr lang="zh-TW" altLang="en-US" sz="1200"/>
              <a:t>也可以將組態另存為自己想要的檔案供之後載入</a:t>
            </a:r>
          </a:p>
        </p:txBody>
      </p:sp>
    </p:spTree>
    <p:extLst>
      <p:ext uri="{BB962C8B-B14F-4D97-AF65-F5344CB8AC3E}">
        <p14:creationId xmlns:p14="http://schemas.microsoft.com/office/powerpoint/2010/main" val="307299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GUI-Report Mail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65CD7E-321B-407D-F6B4-6B2E9FF4D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654" b="75629"/>
          <a:stretch/>
        </p:blipFill>
        <p:spPr>
          <a:xfrm>
            <a:off x="1026582" y="1650577"/>
            <a:ext cx="1255079" cy="921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B57068-0D6F-F812-2E69-6042F0D4BC7C}"/>
              </a:ext>
            </a:extLst>
          </p:cNvPr>
          <p:cNvSpPr/>
          <p:nvPr/>
        </p:nvSpPr>
        <p:spPr>
          <a:xfrm>
            <a:off x="1446953" y="2077295"/>
            <a:ext cx="414761" cy="17261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7173841-9DBE-10D5-135C-5326DC307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09" y="1268572"/>
            <a:ext cx="4895850" cy="1847850"/>
          </a:xfrm>
          <a:prstGeom prst="rect">
            <a:avLst/>
          </a:prstGeom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7091AC4B-8905-3E97-A64A-26E1D1A9DAE5}"/>
              </a:ext>
            </a:extLst>
          </p:cNvPr>
          <p:cNvSpPr/>
          <p:nvPr/>
        </p:nvSpPr>
        <p:spPr>
          <a:xfrm>
            <a:off x="2397760" y="2077295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0A4C460-D6F7-43D0-D6D4-99367611065B}"/>
              </a:ext>
            </a:extLst>
          </p:cNvPr>
          <p:cNvSpPr txBox="1"/>
          <p:nvPr/>
        </p:nvSpPr>
        <p:spPr>
          <a:xfrm>
            <a:off x="3309408" y="3229514"/>
            <a:ext cx="445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/>
              <a:t>有勾選時才會將</a:t>
            </a:r>
            <a:r>
              <a:rPr lang="en-US" altLang="zh-TW" sz="1200"/>
              <a:t>Allure report</a:t>
            </a:r>
            <a:r>
              <a:rPr lang="zh-TW" altLang="en-US" sz="1200"/>
              <a:t>上傳到</a:t>
            </a:r>
            <a:r>
              <a:rPr lang="en-US" altLang="zh-TW" sz="1200"/>
              <a:t>file server</a:t>
            </a:r>
            <a:r>
              <a:rPr lang="zh-TW" altLang="en-US" sz="1200"/>
              <a:t>，並寄出</a:t>
            </a:r>
            <a:r>
              <a:rPr lang="en-US" altLang="zh-TW" sz="1200"/>
              <a:t>mail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4CAB14-684C-A02F-3966-9AE12D971C23}"/>
              </a:ext>
            </a:extLst>
          </p:cNvPr>
          <p:cNvSpPr/>
          <p:nvPr/>
        </p:nvSpPr>
        <p:spPr>
          <a:xfrm>
            <a:off x="3619540" y="2249909"/>
            <a:ext cx="1023344" cy="16817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268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GUI-COM Ports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65CD7E-321B-407D-F6B4-6B2E9FF4D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654" b="75629"/>
          <a:stretch/>
        </p:blipFill>
        <p:spPr>
          <a:xfrm>
            <a:off x="520000" y="1758954"/>
            <a:ext cx="1255079" cy="921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B57068-0D6F-F812-2E69-6042F0D4BC7C}"/>
              </a:ext>
            </a:extLst>
          </p:cNvPr>
          <p:cNvSpPr/>
          <p:nvPr/>
        </p:nvSpPr>
        <p:spPr>
          <a:xfrm>
            <a:off x="838771" y="1975700"/>
            <a:ext cx="510540" cy="164678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7091AC4B-8905-3E97-A64A-26E1D1A9DAE5}"/>
              </a:ext>
            </a:extLst>
          </p:cNvPr>
          <p:cNvSpPr/>
          <p:nvPr/>
        </p:nvSpPr>
        <p:spPr>
          <a:xfrm>
            <a:off x="1891178" y="2185672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3179015-A654-01D3-4D43-6F91DD5F2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72"/>
          <a:stretch/>
        </p:blipFill>
        <p:spPr>
          <a:xfrm>
            <a:off x="3026735" y="1286935"/>
            <a:ext cx="3917049" cy="213825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92364FC-A78E-AF7F-5339-0D57F1A250C0}"/>
              </a:ext>
            </a:extLst>
          </p:cNvPr>
          <p:cNvSpPr/>
          <p:nvPr/>
        </p:nvSpPr>
        <p:spPr>
          <a:xfrm>
            <a:off x="3188566" y="2065183"/>
            <a:ext cx="3474504" cy="96863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C75BD6-D84C-11B6-0AB8-991AE1D55325}"/>
              </a:ext>
            </a:extLst>
          </p:cNvPr>
          <p:cNvSpPr/>
          <p:nvPr/>
        </p:nvSpPr>
        <p:spPr>
          <a:xfrm>
            <a:off x="3198175" y="1511380"/>
            <a:ext cx="3464896" cy="46431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032FC4C-3598-9088-2D15-33AFBE0BB486}"/>
              </a:ext>
            </a:extLst>
          </p:cNvPr>
          <p:cNvSpPr txBox="1"/>
          <p:nvPr/>
        </p:nvSpPr>
        <p:spPr>
          <a:xfrm>
            <a:off x="7055764" y="2359707"/>
            <a:ext cx="1690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COM ports list</a:t>
            </a:r>
          </a:p>
          <a:p>
            <a:r>
              <a:rPr lang="en-US" altLang="zh-TW" sz="1200">
                <a:solidFill>
                  <a:schemeClr val="accent3"/>
                </a:solidFill>
              </a:rPr>
              <a:t>Default name: DUT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1F82083-8EDD-57F9-5001-69E72442A0C9}"/>
              </a:ext>
            </a:extLst>
          </p:cNvPr>
          <p:cNvSpPr txBox="1"/>
          <p:nvPr/>
        </p:nvSpPr>
        <p:spPr>
          <a:xfrm>
            <a:off x="7055763" y="1620454"/>
            <a:ext cx="1690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Add /Edit COM port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9BADBA-383D-03DA-11DF-A83DA805DCC5}"/>
              </a:ext>
            </a:extLst>
          </p:cNvPr>
          <p:cNvSpPr txBox="1"/>
          <p:nvPr/>
        </p:nvSpPr>
        <p:spPr>
          <a:xfrm>
            <a:off x="3188565" y="3425192"/>
            <a:ext cx="3976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一般的</a:t>
            </a:r>
            <a:r>
              <a:rPr lang="en-US" altLang="zh-TW" sz="1200" dirty="0"/>
              <a:t>Function</a:t>
            </a:r>
            <a:r>
              <a:rPr lang="zh-TW" altLang="en-US" sz="1200" dirty="0"/>
              <a:t>測試站台通常只使用一個</a:t>
            </a:r>
            <a:r>
              <a:rPr lang="en-US" altLang="zh-TW" sz="1200" dirty="0"/>
              <a:t>COM port</a:t>
            </a:r>
          </a:p>
          <a:p>
            <a:r>
              <a:rPr lang="en-US" altLang="zh-TW" sz="1200" dirty="0"/>
              <a:t>Mesh</a:t>
            </a:r>
            <a:r>
              <a:rPr lang="zh-TW" altLang="en-US" sz="1200" dirty="0"/>
              <a:t>測試站台會使用</a:t>
            </a:r>
            <a:r>
              <a:rPr lang="en-US" altLang="zh-TW" sz="1200" dirty="0"/>
              <a:t>5</a:t>
            </a:r>
            <a:r>
              <a:rPr lang="zh-TW" altLang="en-US" sz="1200" dirty="0"/>
              <a:t>或更多個</a:t>
            </a:r>
            <a:r>
              <a:rPr lang="en-US" altLang="zh-TW" sz="1200" dirty="0"/>
              <a:t>COM ports</a:t>
            </a:r>
          </a:p>
          <a:p>
            <a:r>
              <a:rPr lang="zh-TW" altLang="en-US" sz="1200" dirty="0"/>
              <a:t>新的架構可自由定義</a:t>
            </a:r>
            <a:r>
              <a:rPr lang="en-US" altLang="zh-TW" sz="1200" dirty="0"/>
              <a:t>COM port</a:t>
            </a:r>
            <a:r>
              <a:rPr lang="zh-TW" altLang="en-US" sz="1200" dirty="0"/>
              <a:t>代號，會更容易理解</a:t>
            </a:r>
            <a:r>
              <a:rPr lang="en-US" altLang="zh-TW" sz="1200" dirty="0"/>
              <a:t>COM</a:t>
            </a:r>
            <a:r>
              <a:rPr lang="zh-TW" altLang="en-US" sz="1200" dirty="0"/>
              <a:t> </a:t>
            </a:r>
            <a:r>
              <a:rPr lang="en-US" altLang="zh-TW" sz="1200" dirty="0"/>
              <a:t>ports</a:t>
            </a:r>
            <a:r>
              <a:rPr lang="zh-TW" altLang="en-US" sz="1200" dirty="0"/>
              <a:t>的用途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2809209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GUI-Cases Select</a:t>
            </a:r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08D0E55-ACA5-B0DF-5929-395E7C3D61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002" t="84469"/>
          <a:stretch/>
        </p:blipFill>
        <p:spPr>
          <a:xfrm>
            <a:off x="204397" y="2648890"/>
            <a:ext cx="1282067" cy="5870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76A4148-E02F-53B4-BDED-10CC697E40EC}"/>
              </a:ext>
            </a:extLst>
          </p:cNvPr>
          <p:cNvSpPr/>
          <p:nvPr/>
        </p:nvSpPr>
        <p:spPr>
          <a:xfrm>
            <a:off x="530095" y="2861087"/>
            <a:ext cx="652498" cy="243255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08A24E4-DB3B-CDDC-B7B1-DF40EC09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443" y="800986"/>
            <a:ext cx="4053776" cy="3904688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76A9684-A6F8-720D-57DA-D3121A43B4C3}"/>
              </a:ext>
            </a:extLst>
          </p:cNvPr>
          <p:cNvSpPr/>
          <p:nvPr/>
        </p:nvSpPr>
        <p:spPr>
          <a:xfrm>
            <a:off x="3837984" y="1281855"/>
            <a:ext cx="734015" cy="16192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B217AF-919F-A65B-1497-AAF0DBF64CD1}"/>
              </a:ext>
            </a:extLst>
          </p:cNvPr>
          <p:cNvSpPr/>
          <p:nvPr/>
        </p:nvSpPr>
        <p:spPr>
          <a:xfrm>
            <a:off x="3837984" y="1484173"/>
            <a:ext cx="1286909" cy="76992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5BA29E7-B1E7-32BD-5DCD-26B13F0454C7}"/>
              </a:ext>
            </a:extLst>
          </p:cNvPr>
          <p:cNvSpPr txBox="1"/>
          <p:nvPr/>
        </p:nvSpPr>
        <p:spPr>
          <a:xfrm>
            <a:off x="1894585" y="1123020"/>
            <a:ext cx="761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Feature</a:t>
            </a:r>
          </a:p>
        </p:txBody>
      </p: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67045605-308B-9F06-F515-FD13F09659A5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rot="10800000">
            <a:off x="2656456" y="1261521"/>
            <a:ext cx="1181528" cy="101297"/>
          </a:xfrm>
          <a:prstGeom prst="bentConnector3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82CB17-BEA8-11B2-A5ED-21E40723768A}"/>
              </a:ext>
            </a:extLst>
          </p:cNvPr>
          <p:cNvSpPr txBox="1"/>
          <p:nvPr/>
        </p:nvSpPr>
        <p:spPr>
          <a:xfrm>
            <a:off x="1621632" y="1416550"/>
            <a:ext cx="1995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/>
              <a:t>即</a:t>
            </a:r>
            <a:r>
              <a:rPr lang="en-US" altLang="zh-TW" sz="1200" err="1"/>
              <a:t>Pytest</a:t>
            </a:r>
            <a:r>
              <a:rPr lang="zh-TW" altLang="en-US" sz="1200"/>
              <a:t>結構中的</a:t>
            </a:r>
            <a:r>
              <a:rPr lang="en-US" altLang="zh-TW" sz="1200" b="1" dirty="0">
                <a:solidFill>
                  <a:schemeClr val="accent3"/>
                </a:solidFill>
              </a:rPr>
              <a:t>class </a:t>
            </a:r>
          </a:p>
          <a:p>
            <a:r>
              <a:rPr lang="zh-TW" altLang="en-US" sz="1200" dirty="0"/>
              <a:t>有</a:t>
            </a:r>
            <a:r>
              <a:rPr lang="zh-TW" altLang="en-US" sz="1200"/>
              <a:t>勾選</a:t>
            </a:r>
            <a:r>
              <a:rPr lang="en-US" altLang="zh-TW" sz="1200"/>
              <a:t>Feature</a:t>
            </a:r>
            <a:r>
              <a:rPr lang="zh-TW" altLang="en-US" sz="1200" dirty="0"/>
              <a:t>時會自動執行其中的</a:t>
            </a:r>
            <a:r>
              <a:rPr lang="en-US" altLang="zh-TW" sz="1200" dirty="0" err="1"/>
              <a:t>setup_class</a:t>
            </a:r>
            <a:endParaRPr lang="en-US" altLang="zh-TW" sz="1200" dirty="0"/>
          </a:p>
          <a:p>
            <a:r>
              <a:rPr lang="zh-TW" altLang="en-US" sz="1200" dirty="0"/>
              <a:t>即</a:t>
            </a:r>
            <a:r>
              <a:rPr lang="en-US" altLang="zh-TW" sz="1200" dirty="0"/>
              <a:t>ENV</a:t>
            </a:r>
            <a:endParaRPr lang="en-US" altLang="zh-TW" sz="120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5ABA53A-30FA-7A06-0F04-111DE0CC543E}"/>
              </a:ext>
            </a:extLst>
          </p:cNvPr>
          <p:cNvSpPr txBox="1"/>
          <p:nvPr/>
        </p:nvSpPr>
        <p:spPr>
          <a:xfrm>
            <a:off x="3721287" y="2311604"/>
            <a:ext cx="761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Cases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5796FE-6C48-3B49-6EA4-B7790587CF51}"/>
              </a:ext>
            </a:extLst>
          </p:cNvPr>
          <p:cNvSpPr txBox="1"/>
          <p:nvPr/>
        </p:nvSpPr>
        <p:spPr>
          <a:xfrm>
            <a:off x="3721287" y="2648890"/>
            <a:ext cx="23223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即</a:t>
            </a:r>
            <a:r>
              <a:rPr lang="en-US" altLang="zh-TW" sz="1200" dirty="0" err="1"/>
              <a:t>Pytest</a:t>
            </a:r>
            <a:r>
              <a:rPr lang="zh-TW" altLang="en-US" sz="1200" dirty="0"/>
              <a:t>結構中的</a:t>
            </a:r>
            <a:r>
              <a:rPr lang="en-US" altLang="zh-TW" sz="1200" b="1" dirty="0">
                <a:solidFill>
                  <a:schemeClr val="accent3"/>
                </a:solidFill>
              </a:rPr>
              <a:t>def </a:t>
            </a:r>
            <a:r>
              <a:rPr lang="en-US" altLang="zh-TW" sz="1200" b="1" dirty="0" err="1">
                <a:solidFill>
                  <a:schemeClr val="accent3"/>
                </a:solidFill>
              </a:rPr>
              <a:t>test_xx</a:t>
            </a:r>
            <a:endParaRPr lang="en-US" altLang="zh-TW" sz="1200" b="1" dirty="0">
              <a:solidFill>
                <a:schemeClr val="accent3"/>
              </a:solidFill>
            </a:endParaRPr>
          </a:p>
          <a:p>
            <a:r>
              <a:rPr lang="en-US" altLang="zh-TW" sz="1200" dirty="0"/>
              <a:t>ACTS 3.0</a:t>
            </a:r>
            <a:r>
              <a:rPr lang="zh-TW" altLang="en-US" sz="1200" dirty="0"/>
              <a:t>的</a:t>
            </a:r>
            <a:r>
              <a:rPr lang="en-US" altLang="zh-TW" sz="1200" dirty="0"/>
              <a:t>case</a:t>
            </a:r>
            <a:r>
              <a:rPr lang="zh-TW" altLang="en-US" sz="1200" dirty="0"/>
              <a:t>選單會直接顯示</a:t>
            </a:r>
            <a:r>
              <a:rPr lang="en-US" altLang="zh-TW" sz="1200" dirty="0"/>
              <a:t>severity</a:t>
            </a:r>
            <a:r>
              <a:rPr lang="zh-TW" altLang="en-US" sz="1200" dirty="0"/>
              <a:t>於</a:t>
            </a:r>
            <a:r>
              <a:rPr lang="en-US" altLang="zh-TW" sz="1200" dirty="0"/>
              <a:t>icon</a:t>
            </a:r>
          </a:p>
          <a:p>
            <a:r>
              <a:rPr lang="zh-TW" altLang="en-US" sz="1200" dirty="0"/>
              <a:t>只要</a:t>
            </a:r>
            <a:r>
              <a:rPr lang="en-US" altLang="zh-TW" sz="1200" dirty="0"/>
              <a:t>1</a:t>
            </a:r>
            <a:r>
              <a:rPr lang="zh-TW" altLang="en-US" sz="1200" dirty="0"/>
              <a:t>個以上的</a:t>
            </a:r>
            <a:r>
              <a:rPr lang="en-US" altLang="zh-TW" sz="1200" dirty="0"/>
              <a:t>case</a:t>
            </a:r>
            <a:r>
              <a:rPr lang="zh-TW" altLang="en-US" sz="1200" dirty="0"/>
              <a:t>被選擇時上層的</a:t>
            </a:r>
            <a:r>
              <a:rPr lang="en-US" altLang="zh-TW" sz="1200" dirty="0"/>
              <a:t>Feature</a:t>
            </a:r>
            <a:r>
              <a:rPr lang="zh-TW" altLang="en-US" sz="1200" dirty="0"/>
              <a:t>也會自動被勾選</a:t>
            </a:r>
            <a:endParaRPr lang="en-US" altLang="zh-TW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7D8EF3-E7C7-5853-8371-F7D3EC29FFDE}"/>
              </a:ext>
            </a:extLst>
          </p:cNvPr>
          <p:cNvSpPr/>
          <p:nvPr/>
        </p:nvSpPr>
        <p:spPr>
          <a:xfrm>
            <a:off x="6805022" y="2229348"/>
            <a:ext cx="761872" cy="88120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AEB59E6-EDA3-8454-DC8F-DB1F3A276FB9}"/>
              </a:ext>
            </a:extLst>
          </p:cNvPr>
          <p:cNvSpPr txBox="1"/>
          <p:nvPr/>
        </p:nvSpPr>
        <p:spPr>
          <a:xfrm>
            <a:off x="7749412" y="2115602"/>
            <a:ext cx="98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Severity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749A8E-CC09-4016-42FC-731147A4F2A1}"/>
              </a:ext>
            </a:extLst>
          </p:cNvPr>
          <p:cNvSpPr txBox="1"/>
          <p:nvPr/>
        </p:nvSpPr>
        <p:spPr>
          <a:xfrm>
            <a:off x="7749412" y="2392601"/>
            <a:ext cx="1273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改變這邊勾選的項目時會直接反映在左邊的選項</a:t>
            </a:r>
            <a:endParaRPr lang="en-US" altLang="zh-TW" sz="1200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35A6E723-7B7B-935F-24CC-A7AE608E5E3C}"/>
              </a:ext>
            </a:extLst>
          </p:cNvPr>
          <p:cNvSpPr/>
          <p:nvPr/>
        </p:nvSpPr>
        <p:spPr>
          <a:xfrm>
            <a:off x="1863976" y="2772026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722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Insert </a:t>
            </a:r>
            <a:r>
              <a:rPr lang="en-US" altLang="zh-TW" err="1"/>
              <a:t>lineNum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489367-B3A9-86FD-0FF9-83AB4FE6F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06" y="3348210"/>
            <a:ext cx="5747339" cy="118184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09D9F56-8F2D-D02D-B593-7E2703209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06" y="1357763"/>
            <a:ext cx="4480041" cy="1057788"/>
          </a:xfrm>
          <a:prstGeom prst="rect">
            <a:avLst/>
          </a:prstGeom>
        </p:spPr>
      </p:pic>
      <p:sp>
        <p:nvSpPr>
          <p:cNvPr id="7" name="箭號: 向下 6">
            <a:extLst>
              <a:ext uri="{FF2B5EF4-FFF2-40B4-BE49-F238E27FC236}">
                <a16:creationId xmlns:a16="http://schemas.microsoft.com/office/drawing/2014/main" id="{AEBB4F48-106D-3B15-3316-9CD7F7F879D9}"/>
              </a:ext>
            </a:extLst>
          </p:cNvPr>
          <p:cNvSpPr/>
          <p:nvPr/>
        </p:nvSpPr>
        <p:spPr>
          <a:xfrm>
            <a:off x="2873229" y="2613695"/>
            <a:ext cx="515923" cy="536371"/>
          </a:xfrm>
          <a:prstGeom prst="down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9A11DA-B646-4A0D-9F5A-056F0F72594C}"/>
              </a:ext>
            </a:extLst>
          </p:cNvPr>
          <p:cNvSpPr/>
          <p:nvPr/>
        </p:nvSpPr>
        <p:spPr>
          <a:xfrm>
            <a:off x="3003281" y="3489143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E1A68D-9243-D8DC-7268-12869CAD76F5}"/>
              </a:ext>
            </a:extLst>
          </p:cNvPr>
          <p:cNvSpPr/>
          <p:nvPr/>
        </p:nvSpPr>
        <p:spPr>
          <a:xfrm>
            <a:off x="4668646" y="3800376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6FFE4D-439F-2B3F-8C75-8D8A6E1D1F23}"/>
              </a:ext>
            </a:extLst>
          </p:cNvPr>
          <p:cNvSpPr/>
          <p:nvPr/>
        </p:nvSpPr>
        <p:spPr>
          <a:xfrm>
            <a:off x="4929953" y="3998520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306261-E3CA-86E4-345D-67296123F072}"/>
              </a:ext>
            </a:extLst>
          </p:cNvPr>
          <p:cNvSpPr/>
          <p:nvPr/>
        </p:nvSpPr>
        <p:spPr>
          <a:xfrm>
            <a:off x="2737428" y="4099527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ED2278-744E-0CA2-DA84-29564E42E2F7}"/>
              </a:ext>
            </a:extLst>
          </p:cNvPr>
          <p:cNvSpPr/>
          <p:nvPr/>
        </p:nvSpPr>
        <p:spPr>
          <a:xfrm>
            <a:off x="1117157" y="4301541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24FA92-0A20-8729-3980-D8075BD118C7}"/>
              </a:ext>
            </a:extLst>
          </p:cNvPr>
          <p:cNvSpPr/>
          <p:nvPr/>
        </p:nvSpPr>
        <p:spPr>
          <a:xfrm>
            <a:off x="1117157" y="3633198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0CE5732-3CE3-A324-8697-F1DEA658D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872" y="1382826"/>
            <a:ext cx="3294726" cy="14937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4D05526-DBBB-BA30-89DF-B42432DA3310}"/>
              </a:ext>
            </a:extLst>
          </p:cNvPr>
          <p:cNvSpPr/>
          <p:nvPr/>
        </p:nvSpPr>
        <p:spPr>
          <a:xfrm>
            <a:off x="5696125" y="1613454"/>
            <a:ext cx="190152" cy="1263168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2AB2A676-DA38-6295-2F3C-1C73BB487E94}"/>
              </a:ext>
            </a:extLst>
          </p:cNvPr>
          <p:cNvSpPr/>
          <p:nvPr/>
        </p:nvSpPr>
        <p:spPr>
          <a:xfrm rot="13803855">
            <a:off x="4733651" y="2665277"/>
            <a:ext cx="515923" cy="536371"/>
          </a:xfrm>
          <a:prstGeom prst="down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283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Copy Module Files</a:t>
            </a:r>
            <a:endParaRPr lang="zh-TW" altLang="en-US"/>
          </a:p>
        </p:txBody>
      </p:sp>
      <p:pic>
        <p:nvPicPr>
          <p:cNvPr id="4" name="圖形 3" descr="資料夾 外框">
            <a:extLst>
              <a:ext uri="{FF2B5EF4-FFF2-40B4-BE49-F238E27FC236}">
                <a16:creationId xmlns:a16="http://schemas.microsoft.com/office/drawing/2014/main" id="{D89BB4A0-ADF4-50AA-D922-B8C3A7510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4013" y="1274735"/>
            <a:ext cx="356325" cy="3563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F6E039A-CD03-BCDA-3B1C-C1EDF5BA50F7}"/>
              </a:ext>
            </a:extLst>
          </p:cNvPr>
          <p:cNvSpPr txBox="1"/>
          <p:nvPr/>
        </p:nvSpPr>
        <p:spPr>
          <a:xfrm>
            <a:off x="2064569" y="1762507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pic>
        <p:nvPicPr>
          <p:cNvPr id="6" name="圖形 5" descr="資料夾 外框">
            <a:extLst>
              <a:ext uri="{FF2B5EF4-FFF2-40B4-BE49-F238E27FC236}">
                <a16:creationId xmlns:a16="http://schemas.microsoft.com/office/drawing/2014/main" id="{1AE2E545-DAB1-C3BF-D082-7F5506850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9920" y="1274736"/>
            <a:ext cx="356325" cy="35632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5132A07-8580-1AEB-E7BA-85D6E064C6AD}"/>
              </a:ext>
            </a:extLst>
          </p:cNvPr>
          <p:cNvSpPr txBox="1"/>
          <p:nvPr/>
        </p:nvSpPr>
        <p:spPr>
          <a:xfrm>
            <a:off x="5656245" y="1346642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D:/ACTS_3_0</a:t>
            </a:r>
            <a:endParaRPr lang="zh-TW" altLang="en-US" sz="1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47851D-4442-6CE6-71D9-5D15197304FB}"/>
              </a:ext>
            </a:extLst>
          </p:cNvPr>
          <p:cNvSpPr txBox="1"/>
          <p:nvPr/>
        </p:nvSpPr>
        <p:spPr>
          <a:xfrm>
            <a:off x="1770338" y="1352994"/>
            <a:ext cx="1949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D:/opal_auto/0_Pytest/Tools</a:t>
            </a:r>
            <a:endParaRPr lang="zh-TW" altLang="en-US" sz="1000" dirty="0"/>
          </a:p>
        </p:txBody>
      </p:sp>
      <p:pic>
        <p:nvPicPr>
          <p:cNvPr id="10" name="圖形 9" descr="資料夾 外框">
            <a:extLst>
              <a:ext uri="{FF2B5EF4-FFF2-40B4-BE49-F238E27FC236}">
                <a16:creationId xmlns:a16="http://schemas.microsoft.com/office/drawing/2014/main" id="{09F70602-AEF7-D9DF-EB1B-408FAC09D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0338" y="1709319"/>
            <a:ext cx="356325" cy="356325"/>
          </a:xfrm>
          <a:prstGeom prst="rect">
            <a:avLst/>
          </a:prstGeom>
        </p:spPr>
      </p:pic>
      <p:pic>
        <p:nvPicPr>
          <p:cNvPr id="12" name="圖形 11" descr="資料夾 外框">
            <a:extLst>
              <a:ext uri="{FF2B5EF4-FFF2-40B4-BE49-F238E27FC236}">
                <a16:creationId xmlns:a16="http://schemas.microsoft.com/office/drawing/2014/main" id="{818B7C17-5288-0F8B-836A-C9C013462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6245" y="1707456"/>
            <a:ext cx="356325" cy="35632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B0F1C9E-C891-1FA0-AE53-4BF06CA7EAAE}"/>
              </a:ext>
            </a:extLst>
          </p:cNvPr>
          <p:cNvSpPr txBox="1"/>
          <p:nvPr/>
        </p:nvSpPr>
        <p:spPr>
          <a:xfrm>
            <a:off x="5967914" y="1762506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94EDDCE9-DE88-C50C-0C55-EEC3548FC8C1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>
          <a:xfrm rot="16200000" flipH="1">
            <a:off x="1553046" y="1670190"/>
            <a:ext cx="256422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198D7321-B42C-9EF1-41C3-59292FE4EA4B}"/>
              </a:ext>
            </a:extLst>
          </p:cNvPr>
          <p:cNvCxnSpPr>
            <a:cxnSpLocks/>
            <a:stCxn id="6" idx="2"/>
            <a:endCxn id="12" idx="1"/>
          </p:cNvCxnSpPr>
          <p:nvPr/>
        </p:nvCxnSpPr>
        <p:spPr>
          <a:xfrm rot="16200000" flipH="1">
            <a:off x="5439885" y="1669259"/>
            <a:ext cx="254558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AC41E2C4-22E8-89E1-0EDC-F5114B5256EF}"/>
              </a:ext>
            </a:extLst>
          </p:cNvPr>
          <p:cNvSpPr/>
          <p:nvPr/>
        </p:nvSpPr>
        <p:spPr>
          <a:xfrm>
            <a:off x="3982733" y="2384679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形 20" descr="文件 以實心填滿">
            <a:extLst>
              <a:ext uri="{FF2B5EF4-FFF2-40B4-BE49-F238E27FC236}">
                <a16:creationId xmlns:a16="http://schemas.microsoft.com/office/drawing/2014/main" id="{DA95FB0D-855C-086C-E9B7-21C2F91B2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2008949"/>
            <a:ext cx="326141" cy="326141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A6E297EA-3FB1-860D-C4FE-C877DAA61749}"/>
              </a:ext>
            </a:extLst>
          </p:cNvPr>
          <p:cNvSpPr txBox="1"/>
          <p:nvPr/>
        </p:nvSpPr>
        <p:spPr>
          <a:xfrm>
            <a:off x="2276473" y="2041214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23" name="圖形 22" descr="文件 以實心填滿">
            <a:extLst>
              <a:ext uri="{FF2B5EF4-FFF2-40B4-BE49-F238E27FC236}">
                <a16:creationId xmlns:a16="http://schemas.microsoft.com/office/drawing/2014/main" id="{6759CC54-88BA-2F6A-B207-60744D3C8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2363287"/>
            <a:ext cx="326141" cy="326141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D42C653D-F027-1070-17F3-F7A6345A88DA}"/>
              </a:ext>
            </a:extLst>
          </p:cNvPr>
          <p:cNvSpPr txBox="1"/>
          <p:nvPr/>
        </p:nvSpPr>
        <p:spPr>
          <a:xfrm>
            <a:off x="2276473" y="239555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25" name="圖形 24" descr="文件 以實心填滿">
            <a:extLst>
              <a:ext uri="{FF2B5EF4-FFF2-40B4-BE49-F238E27FC236}">
                <a16:creationId xmlns:a16="http://schemas.microsoft.com/office/drawing/2014/main" id="{99F50DB0-D086-9356-2C93-8BC4B992B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2715680"/>
            <a:ext cx="326141" cy="326141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189DAD5A-E972-B29F-73D1-61A29ADA5188}"/>
              </a:ext>
            </a:extLst>
          </p:cNvPr>
          <p:cNvSpPr txBox="1"/>
          <p:nvPr/>
        </p:nvSpPr>
        <p:spPr>
          <a:xfrm>
            <a:off x="2276473" y="2747945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27" name="圖形 26" descr="文件 以實心填滿">
            <a:extLst>
              <a:ext uri="{FF2B5EF4-FFF2-40B4-BE49-F238E27FC236}">
                <a16:creationId xmlns:a16="http://schemas.microsoft.com/office/drawing/2014/main" id="{BC1C95B7-5717-97BB-D05E-18A4E0FA5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3070018"/>
            <a:ext cx="326141" cy="326141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2A1AB627-4D4E-1B70-5B15-BA3E77F76A0A}"/>
              </a:ext>
            </a:extLst>
          </p:cNvPr>
          <p:cNvSpPr txBox="1"/>
          <p:nvPr/>
        </p:nvSpPr>
        <p:spPr>
          <a:xfrm>
            <a:off x="2276473" y="3102283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4827A02A-55AA-7E5B-C35A-37E4FDA27BAB}"/>
              </a:ext>
            </a:extLst>
          </p:cNvPr>
          <p:cNvCxnSpPr>
            <a:endCxn id="21" idx="1"/>
          </p:cNvCxnSpPr>
          <p:nvPr/>
        </p:nvCxnSpPr>
        <p:spPr>
          <a:xfrm rot="16200000" flipH="1">
            <a:off x="1886991" y="2048180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07164617-13A1-2927-5BCB-FEFFBC460CB2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1709822" y="2225349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9AE7428B-43C3-B108-5DB1-DCDBB17078E5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1533626" y="2401545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EBAD8F41-FB92-ACFD-F968-77F71D212090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1356457" y="2578714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圖形 32" descr="文件 以實心填滿">
            <a:extLst>
              <a:ext uri="{FF2B5EF4-FFF2-40B4-BE49-F238E27FC236}">
                <a16:creationId xmlns:a16="http://schemas.microsoft.com/office/drawing/2014/main" id="{0A6381EA-979A-EDDB-CD16-FF9333335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2037146"/>
            <a:ext cx="326141" cy="326141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1EEDCC04-E08B-F8D7-F181-E39CB8869780}"/>
              </a:ext>
            </a:extLst>
          </p:cNvPr>
          <p:cNvSpPr txBox="1"/>
          <p:nvPr/>
        </p:nvSpPr>
        <p:spPr>
          <a:xfrm>
            <a:off x="6155692" y="2069411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5" name="圖形 34" descr="文件 以實心填滿">
            <a:extLst>
              <a:ext uri="{FF2B5EF4-FFF2-40B4-BE49-F238E27FC236}">
                <a16:creationId xmlns:a16="http://schemas.microsoft.com/office/drawing/2014/main" id="{B2A4A173-DB7F-3002-53B2-FCDB40FE9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2391484"/>
            <a:ext cx="326141" cy="326141"/>
          </a:xfrm>
          <a:prstGeom prst="rect">
            <a:avLst/>
          </a:prstGeom>
        </p:spPr>
      </p:pic>
      <p:sp>
        <p:nvSpPr>
          <p:cNvPr id="36" name="文字方塊 35">
            <a:extLst>
              <a:ext uri="{FF2B5EF4-FFF2-40B4-BE49-F238E27FC236}">
                <a16:creationId xmlns:a16="http://schemas.microsoft.com/office/drawing/2014/main" id="{68665930-FED7-C019-09A9-815907AC2397}"/>
              </a:ext>
            </a:extLst>
          </p:cNvPr>
          <p:cNvSpPr txBox="1"/>
          <p:nvPr/>
        </p:nvSpPr>
        <p:spPr>
          <a:xfrm>
            <a:off x="6155692" y="2423749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9032A948-2BEA-3C5C-2A54-E5B929FF6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2743877"/>
            <a:ext cx="326141" cy="326141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3883ECE0-DE48-E830-D6B3-AF310E4985B6}"/>
              </a:ext>
            </a:extLst>
          </p:cNvPr>
          <p:cNvSpPr txBox="1"/>
          <p:nvPr/>
        </p:nvSpPr>
        <p:spPr>
          <a:xfrm>
            <a:off x="6155692" y="277614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9" name="圖形 38" descr="文件 以實心填滿">
            <a:extLst>
              <a:ext uri="{FF2B5EF4-FFF2-40B4-BE49-F238E27FC236}">
                <a16:creationId xmlns:a16="http://schemas.microsoft.com/office/drawing/2014/main" id="{002C4470-0366-1AB1-C2E1-CD8D99F55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3098215"/>
            <a:ext cx="326141" cy="326141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0400C5EE-356F-3EB1-17DD-17F02E40696C}"/>
              </a:ext>
            </a:extLst>
          </p:cNvPr>
          <p:cNvSpPr txBox="1"/>
          <p:nvPr/>
        </p:nvSpPr>
        <p:spPr>
          <a:xfrm>
            <a:off x="6155692" y="3130480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2445CC41-8563-3E46-8097-DCA35DAA19B2}"/>
              </a:ext>
            </a:extLst>
          </p:cNvPr>
          <p:cNvCxnSpPr>
            <a:endCxn id="33" idx="1"/>
          </p:cNvCxnSpPr>
          <p:nvPr/>
        </p:nvCxnSpPr>
        <p:spPr>
          <a:xfrm rot="16200000" flipH="1">
            <a:off x="5766210" y="2076377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BD5F47C5-F2B6-1E12-2780-6B6A316AB5D7}"/>
              </a:ext>
            </a:extLst>
          </p:cNvPr>
          <p:cNvCxnSpPr>
            <a:cxnSpLocks/>
            <a:endCxn id="35" idx="1"/>
          </p:cNvCxnSpPr>
          <p:nvPr/>
        </p:nvCxnSpPr>
        <p:spPr>
          <a:xfrm rot="16200000" flipH="1">
            <a:off x="5589041" y="2253546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570D3B74-7B38-DA6C-5EC6-CCE7090B88EC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5412845" y="2429742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1755C1BB-9722-FE8B-F901-FB1E878C9435}"/>
              </a:ext>
            </a:extLst>
          </p:cNvPr>
          <p:cNvCxnSpPr>
            <a:cxnSpLocks/>
            <a:endCxn id="39" idx="1"/>
          </p:cNvCxnSpPr>
          <p:nvPr/>
        </p:nvCxnSpPr>
        <p:spPr>
          <a:xfrm rot="16200000" flipH="1">
            <a:off x="5235676" y="2606911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816BE84-AED6-98A2-8EBC-2DB212D8EAF6}"/>
              </a:ext>
            </a:extLst>
          </p:cNvPr>
          <p:cNvSpPr txBox="1"/>
          <p:nvPr/>
        </p:nvSpPr>
        <p:spPr>
          <a:xfrm>
            <a:off x="3740016" y="1895548"/>
            <a:ext cx="1299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b="1" dirty="0"/>
              <a:t>Insert </a:t>
            </a:r>
            <a:r>
              <a:rPr lang="en-US" altLang="zh-TW" sz="1100" b="1" dirty="0" err="1"/>
              <a:t>lineNum</a:t>
            </a:r>
            <a:endParaRPr lang="en-US" altLang="zh-TW" sz="1100" b="1" dirty="0"/>
          </a:p>
          <a:p>
            <a:pPr algn="ctr"/>
            <a:r>
              <a:rPr lang="en-US" altLang="zh-TW" sz="1100" b="1" dirty="0"/>
              <a:t>Copy</a:t>
            </a:r>
            <a:endParaRPr lang="zh-TW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920458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 dirty="0"/>
              <a:t>Variable Files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AE7777-5D30-D004-F177-12255AED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18" y="1068926"/>
            <a:ext cx="2890509" cy="385890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0C8FA1C-B920-65D0-1486-5413D56B4D39}"/>
              </a:ext>
            </a:extLst>
          </p:cNvPr>
          <p:cNvSpPr txBox="1"/>
          <p:nvPr/>
        </p:nvSpPr>
        <p:spPr>
          <a:xfrm>
            <a:off x="329204" y="718236"/>
            <a:ext cx="28905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Variable file(JSON format)</a:t>
            </a:r>
            <a:endParaRPr lang="zh-TW" altLang="en-US" sz="15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9E4BDAE-D3DE-D071-31E5-75DA5ACAD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260" y="2687601"/>
            <a:ext cx="2171757" cy="8001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8397980-C343-E02C-2558-F63E024300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614"/>
          <a:stretch/>
        </p:blipFill>
        <p:spPr>
          <a:xfrm>
            <a:off x="3406530" y="2032893"/>
            <a:ext cx="5634031" cy="53885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1F03846-B3BF-3C9D-098B-7E4D8231BA8B}"/>
              </a:ext>
            </a:extLst>
          </p:cNvPr>
          <p:cNvSpPr txBox="1"/>
          <p:nvPr/>
        </p:nvSpPr>
        <p:spPr>
          <a:xfrm>
            <a:off x="4632360" y="1680504"/>
            <a:ext cx="31823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Load JSON into dictionary(</a:t>
            </a:r>
            <a:r>
              <a:rPr lang="en-US" altLang="zh-TW" sz="1500" dirty="0" err="1"/>
              <a:t>dict</a:t>
            </a:r>
            <a:r>
              <a:rPr lang="en-US" altLang="zh-TW" sz="1500" dirty="0"/>
              <a:t>)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868469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 dirty="0"/>
              <a:t>Variable Files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C61D3D-5E68-6B55-30B0-79B7D18183A5}"/>
              </a:ext>
            </a:extLst>
          </p:cNvPr>
          <p:cNvSpPr txBox="1"/>
          <p:nvPr/>
        </p:nvSpPr>
        <p:spPr>
          <a:xfrm>
            <a:off x="3068296" y="1034520"/>
            <a:ext cx="28494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/>
              <a:t>Naming rule</a:t>
            </a:r>
            <a:r>
              <a:rPr lang="zh-TW" altLang="en-US" sz="1500" dirty="0"/>
              <a:t>：</a:t>
            </a:r>
            <a:endParaRPr lang="en-US" altLang="zh-TW" sz="1500" dirty="0"/>
          </a:p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$</a:t>
            </a:r>
            <a:r>
              <a:rPr lang="zh-TW" altLang="en-US" sz="1500" dirty="0">
                <a:solidFill>
                  <a:schemeClr val="accent3"/>
                </a:solidFill>
              </a:rPr>
              <a:t>開頭、小寫、用</a:t>
            </a:r>
            <a:r>
              <a:rPr lang="en-US" altLang="zh-TW" sz="1500" dirty="0">
                <a:solidFill>
                  <a:schemeClr val="accent3"/>
                </a:solidFill>
              </a:rPr>
              <a:t>_</a:t>
            </a:r>
            <a:r>
              <a:rPr lang="zh-TW" altLang="en-US" sz="1500" dirty="0">
                <a:solidFill>
                  <a:schemeClr val="accent3"/>
                </a:solidFill>
              </a:rPr>
              <a:t>隔開單字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748A742-52D0-C519-811B-2371BECE5D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91" t="8130" r="21910" b="88760"/>
          <a:stretch/>
        </p:blipFill>
        <p:spPr>
          <a:xfrm>
            <a:off x="2990512" y="1649909"/>
            <a:ext cx="3005016" cy="22118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6BC199D-933A-2D2F-1E22-3221117C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59" y="3053384"/>
            <a:ext cx="6322922" cy="64567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24AFEC-B23B-74EB-9315-84BD7434657D}"/>
              </a:ext>
            </a:extLst>
          </p:cNvPr>
          <p:cNvSpPr txBox="1"/>
          <p:nvPr/>
        </p:nvSpPr>
        <p:spPr>
          <a:xfrm>
            <a:off x="3068296" y="2428187"/>
            <a:ext cx="28494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/>
              <a:t>Using variable</a:t>
            </a:r>
            <a:r>
              <a:rPr lang="zh-TW" altLang="en-US" sz="1500" dirty="0"/>
              <a:t>：</a:t>
            </a:r>
            <a:endParaRPr lang="en-US" altLang="zh-TW" sz="1500" dirty="0"/>
          </a:p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VAR(“Variable name”)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2135FC-5796-6E5A-9A0B-7BC3BCE2DD4F}"/>
              </a:ext>
            </a:extLst>
          </p:cNvPr>
          <p:cNvSpPr/>
          <p:nvPr/>
        </p:nvSpPr>
        <p:spPr>
          <a:xfrm>
            <a:off x="5217459" y="3196781"/>
            <a:ext cx="2298356" cy="29945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753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Allure Report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8A5C12E-98D5-9E92-AD48-175545F8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803" y="1028073"/>
            <a:ext cx="3444538" cy="32006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FB2E638-4840-A704-5FE0-36F22920C148}"/>
              </a:ext>
            </a:extLst>
          </p:cNvPr>
          <p:cNvSpPr/>
          <p:nvPr/>
        </p:nvSpPr>
        <p:spPr>
          <a:xfrm>
            <a:off x="1760200" y="3507636"/>
            <a:ext cx="962163" cy="25613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C6F6C8-4360-F820-44EF-8734F62F0591}"/>
              </a:ext>
            </a:extLst>
          </p:cNvPr>
          <p:cNvSpPr txBox="1"/>
          <p:nvPr/>
        </p:nvSpPr>
        <p:spPr>
          <a:xfrm>
            <a:off x="194897" y="3576273"/>
            <a:ext cx="15149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Behaviors</a:t>
            </a:r>
          </a:p>
          <a:p>
            <a:r>
              <a:rPr lang="zh-TW" altLang="en-US" sz="1000" dirty="0"/>
              <a:t>用</a:t>
            </a:r>
            <a:r>
              <a:rPr lang="en-US" altLang="zh-TW" sz="1000" dirty="0"/>
              <a:t>@allure.feature</a:t>
            </a:r>
            <a:r>
              <a:rPr lang="zh-TW" altLang="en-US" sz="1000" dirty="0"/>
              <a:t>標題來展開</a:t>
            </a:r>
            <a:r>
              <a:rPr lang="en-US" altLang="zh-TW" sz="1000" dirty="0"/>
              <a:t>test cases</a:t>
            </a:r>
            <a:endParaRPr lang="zh-TW" altLang="en-US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F450C2-5F01-A471-14E7-B6F0A76ED065}"/>
              </a:ext>
            </a:extLst>
          </p:cNvPr>
          <p:cNvSpPr/>
          <p:nvPr/>
        </p:nvSpPr>
        <p:spPr>
          <a:xfrm>
            <a:off x="3083785" y="1637082"/>
            <a:ext cx="759660" cy="241521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E6A20A2-4CEA-6AFC-C183-CF4859A315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189"/>
          <a:stretch/>
        </p:blipFill>
        <p:spPr>
          <a:xfrm>
            <a:off x="5620947" y="1184640"/>
            <a:ext cx="2717857" cy="624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2A01657-5E26-B7AC-0548-749E03FA65E0}"/>
              </a:ext>
            </a:extLst>
          </p:cNvPr>
          <p:cNvSpPr/>
          <p:nvPr/>
        </p:nvSpPr>
        <p:spPr>
          <a:xfrm>
            <a:off x="5620947" y="1527122"/>
            <a:ext cx="2717857" cy="2824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2539DE-D625-DFC1-AE4C-777349BE5F87}"/>
              </a:ext>
            </a:extLst>
          </p:cNvPr>
          <p:cNvSpPr txBox="1"/>
          <p:nvPr/>
        </p:nvSpPr>
        <p:spPr>
          <a:xfrm>
            <a:off x="5594185" y="1854586"/>
            <a:ext cx="9256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Order by…</a:t>
            </a:r>
            <a:endParaRPr lang="zh-TW" altLang="en-US" sz="10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56402874-CC77-0CCC-2397-D12ED2E989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55"/>
          <a:stretch/>
        </p:blipFill>
        <p:spPr>
          <a:xfrm>
            <a:off x="5565919" y="2598377"/>
            <a:ext cx="3344156" cy="624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E885070-AA2C-3109-2201-2825930DD71D}"/>
              </a:ext>
            </a:extLst>
          </p:cNvPr>
          <p:cNvSpPr/>
          <p:nvPr/>
        </p:nvSpPr>
        <p:spPr>
          <a:xfrm>
            <a:off x="5609051" y="2628412"/>
            <a:ext cx="2717857" cy="2824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08C8EA-7F27-31BD-E407-DD06C4F74604}"/>
              </a:ext>
            </a:extLst>
          </p:cNvPr>
          <p:cNvSpPr/>
          <p:nvPr/>
        </p:nvSpPr>
        <p:spPr>
          <a:xfrm>
            <a:off x="6060883" y="2955876"/>
            <a:ext cx="1296258" cy="2824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B676B53-2423-10B2-E097-06E9AC765896}"/>
              </a:ext>
            </a:extLst>
          </p:cNvPr>
          <p:cNvSpPr txBox="1"/>
          <p:nvPr/>
        </p:nvSpPr>
        <p:spPr>
          <a:xfrm>
            <a:off x="5562679" y="2329630"/>
            <a:ext cx="1531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Search by keyword</a:t>
            </a:r>
            <a:endParaRPr lang="zh-TW" altLang="en-US" sz="1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B468DEF-2553-8693-D573-D3674D37C972}"/>
              </a:ext>
            </a:extLst>
          </p:cNvPr>
          <p:cNvSpPr txBox="1"/>
          <p:nvPr/>
        </p:nvSpPr>
        <p:spPr>
          <a:xfrm>
            <a:off x="5984208" y="3333800"/>
            <a:ext cx="2296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Show/Hide cases in specific status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78498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Allure Report Correction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129D4A-1167-05E2-835F-BD8ADF003CF9}"/>
              </a:ext>
            </a:extLst>
          </p:cNvPr>
          <p:cNvSpPr txBox="1"/>
          <p:nvPr/>
        </p:nvSpPr>
        <p:spPr>
          <a:xfrm>
            <a:off x="345208" y="1121171"/>
            <a:ext cx="35879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因為</a:t>
            </a:r>
            <a:r>
              <a:rPr lang="en-US" altLang="zh-TW" sz="1200" dirty="0" err="1"/>
              <a:t>PyTest</a:t>
            </a:r>
            <a:r>
              <a:rPr lang="zh-TW" altLang="en-US" sz="1200" dirty="0"/>
              <a:t>的原始架構是遇到</a:t>
            </a:r>
            <a:r>
              <a:rPr lang="en-US" altLang="zh-TW" sz="1200" dirty="0"/>
              <a:t>fail</a:t>
            </a:r>
            <a:r>
              <a:rPr lang="zh-TW" altLang="en-US" sz="1200" dirty="0"/>
              <a:t>就終止</a:t>
            </a:r>
            <a:r>
              <a:rPr lang="en-US" altLang="zh-TW" sz="1200" dirty="0"/>
              <a:t>case</a:t>
            </a:r>
          </a:p>
          <a:p>
            <a:r>
              <a:rPr lang="zh-TW" altLang="en-US" sz="1200" dirty="0"/>
              <a:t>不符合我們使用的需求</a:t>
            </a:r>
            <a:endParaRPr lang="en-US" altLang="zh-TW" sz="1200" dirty="0"/>
          </a:p>
          <a:p>
            <a:r>
              <a:rPr lang="zh-TW" altLang="en-US" sz="1200" dirty="0"/>
              <a:t>於是使用了</a:t>
            </a:r>
            <a:r>
              <a:rPr lang="en-US" altLang="zh-TW" sz="1200" dirty="0" err="1">
                <a:solidFill>
                  <a:schemeClr val="accent3"/>
                </a:solidFill>
              </a:rPr>
              <a:t>Pytest</a:t>
            </a:r>
            <a:r>
              <a:rPr lang="en-US" altLang="zh-TW" sz="1200" dirty="0">
                <a:solidFill>
                  <a:schemeClr val="accent3"/>
                </a:solidFill>
              </a:rPr>
              <a:t>-assume</a:t>
            </a:r>
            <a:r>
              <a:rPr lang="zh-TW" altLang="en-US" sz="1200" dirty="0"/>
              <a:t>這個套件來達成</a:t>
            </a:r>
            <a:r>
              <a:rPr lang="en-US" altLang="zh-TW" sz="1200" dirty="0"/>
              <a:t>fail</a:t>
            </a:r>
            <a:r>
              <a:rPr lang="zh-TW" altLang="en-US" sz="1200" dirty="0"/>
              <a:t>時繼續執行後續</a:t>
            </a:r>
            <a:r>
              <a:rPr lang="en-US" altLang="zh-TW" sz="1200" dirty="0"/>
              <a:t>steps</a:t>
            </a:r>
            <a:r>
              <a:rPr lang="zh-TW" altLang="en-US" sz="1200" dirty="0"/>
              <a:t>的功能</a:t>
            </a:r>
            <a:endParaRPr lang="en-US" altLang="zh-TW" sz="1200" dirty="0"/>
          </a:p>
          <a:p>
            <a:r>
              <a:rPr lang="zh-TW" altLang="en-US" sz="1200" dirty="0"/>
              <a:t>但</a:t>
            </a:r>
            <a:r>
              <a:rPr lang="en-US" altLang="zh-TW" sz="1200" dirty="0"/>
              <a:t>Allure</a:t>
            </a:r>
            <a:r>
              <a:rPr lang="zh-TW" altLang="en-US" sz="1200" dirty="0"/>
              <a:t>不認識</a:t>
            </a:r>
            <a:r>
              <a:rPr lang="en-US" altLang="zh-TW" sz="1200" dirty="0" err="1"/>
              <a:t>Pytest</a:t>
            </a:r>
            <a:r>
              <a:rPr lang="en-US" altLang="zh-TW" sz="1200" dirty="0"/>
              <a:t>-assume</a:t>
            </a:r>
            <a:r>
              <a:rPr lang="zh-TW" altLang="en-US" sz="1200" dirty="0"/>
              <a:t>，於是</a:t>
            </a:r>
            <a:r>
              <a:rPr lang="en-US" altLang="zh-TW" sz="1200" dirty="0"/>
              <a:t>case fail</a:t>
            </a:r>
            <a:r>
              <a:rPr lang="zh-TW" altLang="en-US" sz="1200" dirty="0"/>
              <a:t>時無法將</a:t>
            </a:r>
            <a:r>
              <a:rPr lang="en-US" altLang="zh-TW" sz="1200" dirty="0"/>
              <a:t>fail steps</a:t>
            </a:r>
            <a:r>
              <a:rPr lang="zh-TW" altLang="en-US" sz="1200" dirty="0"/>
              <a:t>正確的顯示為</a:t>
            </a:r>
            <a:r>
              <a:rPr lang="en-US" altLang="zh-TW" sz="1200" dirty="0"/>
              <a:t>fail</a:t>
            </a:r>
          </a:p>
          <a:p>
            <a:r>
              <a:rPr lang="zh-TW" altLang="en-US" sz="1200" dirty="0"/>
              <a:t>於是我們必須為</a:t>
            </a:r>
            <a:r>
              <a:rPr lang="en-US" altLang="zh-TW" sz="1200" dirty="0"/>
              <a:t>Allure report</a:t>
            </a:r>
            <a:r>
              <a:rPr lang="zh-TW" altLang="en-US" sz="1200" dirty="0"/>
              <a:t>做二次加工</a:t>
            </a:r>
            <a:endParaRPr lang="en-US" altLang="zh-TW" sz="1200" dirty="0"/>
          </a:p>
          <a:p>
            <a:r>
              <a:rPr lang="zh-TW" altLang="en-US" sz="1200" dirty="0">
                <a:solidFill>
                  <a:schemeClr val="accent3"/>
                </a:solidFill>
              </a:rPr>
              <a:t>改寫它產出的</a:t>
            </a:r>
            <a:r>
              <a:rPr lang="en-US" altLang="zh-TW" sz="1200" dirty="0">
                <a:solidFill>
                  <a:schemeClr val="accent3"/>
                </a:solidFill>
              </a:rPr>
              <a:t>JSON file</a:t>
            </a:r>
            <a:r>
              <a:rPr lang="zh-TW" altLang="en-US" sz="1200" dirty="0"/>
              <a:t>，將</a:t>
            </a:r>
            <a:r>
              <a:rPr lang="en-US" altLang="zh-TW" sz="1200" dirty="0"/>
              <a:t>failed steps</a:t>
            </a:r>
            <a:r>
              <a:rPr lang="zh-TW" altLang="en-US" sz="1200" dirty="0"/>
              <a:t>校正為</a:t>
            </a:r>
            <a:r>
              <a:rPr lang="en-US" altLang="zh-TW" sz="1200" dirty="0"/>
              <a:t>fail</a:t>
            </a:r>
          </a:p>
          <a:p>
            <a:endParaRPr lang="en-US" altLang="zh-TW" sz="1200" dirty="0"/>
          </a:p>
          <a:p>
            <a:r>
              <a:rPr lang="zh-TW" altLang="en-US" sz="1200" dirty="0"/>
              <a:t>如果將來</a:t>
            </a:r>
            <a:r>
              <a:rPr lang="en-US" altLang="zh-TW" sz="1200" dirty="0"/>
              <a:t>Allure report</a:t>
            </a:r>
            <a:r>
              <a:rPr lang="zh-TW" altLang="en-US" sz="1200" dirty="0"/>
              <a:t>修正了這個</a:t>
            </a:r>
            <a:r>
              <a:rPr lang="en-US" altLang="zh-TW" sz="1200" dirty="0"/>
              <a:t>bug</a:t>
            </a:r>
            <a:r>
              <a:rPr lang="zh-TW" altLang="en-US" sz="1200" dirty="0"/>
              <a:t>，就可以把此功能拿掉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7EFE634-5418-82E3-F3F8-B69BB1F8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81" y="3294933"/>
            <a:ext cx="5806943" cy="47248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B8C0C7C-16F0-AB65-C0D0-46424944815A}"/>
              </a:ext>
            </a:extLst>
          </p:cNvPr>
          <p:cNvSpPr txBox="1"/>
          <p:nvPr/>
        </p:nvSpPr>
        <p:spPr>
          <a:xfrm>
            <a:off x="1311799" y="3869375"/>
            <a:ext cx="6109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Case failed procedure:</a:t>
            </a:r>
          </a:p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chemeClr val="accent3"/>
                </a:solidFill>
              </a:rPr>
              <a:t>Record</a:t>
            </a:r>
            <a:r>
              <a:rPr lang="zh-TW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TW" sz="1200" dirty="0">
                <a:solidFill>
                  <a:schemeClr val="accent3"/>
                </a:solidFill>
              </a:rPr>
              <a:t>failed step title</a:t>
            </a:r>
          </a:p>
          <a:p>
            <a:pPr marL="228600" indent="-228600">
              <a:buAutoNum type="arabicPeriod"/>
            </a:pPr>
            <a:r>
              <a:rPr lang="en-US" altLang="zh-TW" sz="1200" dirty="0"/>
              <a:t>Use </a:t>
            </a:r>
            <a:r>
              <a:rPr lang="en-US" altLang="zh-TW" sz="1200" dirty="0" err="1">
                <a:solidFill>
                  <a:schemeClr val="accent3"/>
                </a:solidFill>
              </a:rPr>
              <a:t>pytest.assume</a:t>
            </a:r>
            <a:r>
              <a:rPr lang="en-US" altLang="zh-TW" sz="1200" dirty="0">
                <a:solidFill>
                  <a:schemeClr val="accent3"/>
                </a:solidFill>
              </a:rPr>
              <a:t> </a:t>
            </a:r>
            <a:r>
              <a:rPr lang="en-US" altLang="zh-TW" sz="1200" dirty="0"/>
              <a:t>to set current case failed. And continue next step.</a:t>
            </a:r>
          </a:p>
          <a:p>
            <a:pPr marL="228600" indent="-228600">
              <a:buAutoNum type="arabicPeriod"/>
            </a:pPr>
            <a:r>
              <a:rPr lang="en-US" altLang="zh-TW" sz="1200" dirty="0"/>
              <a:t>Show fail reason as attach content.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68677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Allure HTML Report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1A4911-B270-A609-27E0-748F2BD19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52" y="878335"/>
            <a:ext cx="3650642" cy="3026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2E135F6-3643-3466-95F3-A03A1FB2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611" y="1232168"/>
            <a:ext cx="4038950" cy="2156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B226C855-EA0B-1C97-28B5-D8D92619C8C1}"/>
              </a:ext>
            </a:extLst>
          </p:cNvPr>
          <p:cNvSpPr/>
          <p:nvPr/>
        </p:nvSpPr>
        <p:spPr>
          <a:xfrm>
            <a:off x="4029470" y="2113001"/>
            <a:ext cx="740229" cy="394980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AE7E17-C33E-AD07-1B4D-E93C0616A12E}"/>
              </a:ext>
            </a:extLst>
          </p:cNvPr>
          <p:cNvSpPr txBox="1"/>
          <p:nvPr/>
        </p:nvSpPr>
        <p:spPr>
          <a:xfrm>
            <a:off x="2027689" y="3941353"/>
            <a:ext cx="5085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Allure report</a:t>
            </a:r>
            <a:r>
              <a:rPr lang="zh-TW" altLang="en-US" sz="1200" dirty="0"/>
              <a:t>的原始格式只有</a:t>
            </a:r>
            <a:r>
              <a:rPr lang="en-US" altLang="zh-TW" sz="1200" dirty="0"/>
              <a:t>JSON</a:t>
            </a:r>
            <a:r>
              <a:rPr lang="zh-TW" altLang="en-US" sz="1200" dirty="0"/>
              <a:t>與附件檔案</a:t>
            </a:r>
            <a:endParaRPr lang="en-US" altLang="zh-TW" sz="1200" dirty="0"/>
          </a:p>
          <a:p>
            <a:r>
              <a:rPr lang="en-US" altLang="zh-TW" sz="1200" dirty="0"/>
              <a:t>Runner</a:t>
            </a:r>
            <a:r>
              <a:rPr lang="zh-TW" altLang="en-US" sz="1200" dirty="0"/>
              <a:t>會使用</a:t>
            </a:r>
            <a:r>
              <a:rPr lang="en-US" altLang="zh-TW" sz="1200" dirty="0">
                <a:solidFill>
                  <a:schemeClr val="accent3"/>
                </a:solidFill>
              </a:rPr>
              <a:t>allure generate</a:t>
            </a:r>
            <a:r>
              <a:rPr lang="zh-TW" altLang="en-US" sz="1200" dirty="0"/>
              <a:t>指令將它轉換成可轉發的</a:t>
            </a:r>
            <a:r>
              <a:rPr lang="en-US" altLang="zh-TW" sz="1200" dirty="0"/>
              <a:t>HTML</a:t>
            </a:r>
            <a:r>
              <a:rPr lang="zh-TW" altLang="en-US" sz="1200" dirty="0"/>
              <a:t>格式</a:t>
            </a:r>
            <a:endParaRPr lang="en-US" altLang="zh-TW" sz="1200" dirty="0"/>
          </a:p>
          <a:p>
            <a:r>
              <a:rPr lang="zh-TW" altLang="en-US" sz="1200" dirty="0"/>
              <a:t>但這個</a:t>
            </a:r>
            <a:r>
              <a:rPr lang="en-US" altLang="zh-TW" sz="1200" dirty="0"/>
              <a:t>HTML report</a:t>
            </a:r>
            <a:r>
              <a:rPr lang="zh-TW" altLang="en-US" sz="1200" dirty="0"/>
              <a:t>並不能在單機開啟</a:t>
            </a:r>
            <a:endParaRPr lang="en-US" altLang="zh-TW" sz="1200" dirty="0"/>
          </a:p>
          <a:p>
            <a:r>
              <a:rPr lang="zh-TW" altLang="en-US" sz="1200" dirty="0"/>
              <a:t>必須放在</a:t>
            </a:r>
            <a:r>
              <a:rPr lang="en-US" altLang="zh-TW" sz="1200" dirty="0"/>
              <a:t>Apache</a:t>
            </a:r>
            <a:r>
              <a:rPr lang="zh-TW" altLang="en-US" sz="1200" dirty="0"/>
              <a:t>、</a:t>
            </a:r>
            <a:r>
              <a:rPr lang="en-US" altLang="zh-TW" sz="1200" dirty="0"/>
              <a:t>Nginx</a:t>
            </a:r>
            <a:r>
              <a:rPr lang="zh-TW" altLang="en-US" sz="1200" dirty="0"/>
              <a:t>等支援</a:t>
            </a:r>
            <a:r>
              <a:rPr lang="en-US" altLang="zh-TW" sz="1200" dirty="0"/>
              <a:t>JS</a:t>
            </a:r>
            <a:r>
              <a:rPr lang="zh-TW" altLang="en-US" sz="1200" dirty="0"/>
              <a:t>的</a:t>
            </a:r>
            <a:r>
              <a:rPr lang="en-US" altLang="zh-TW" sz="1200" dirty="0"/>
              <a:t>HTTP server</a:t>
            </a:r>
            <a:r>
              <a:rPr lang="zh-TW" altLang="en-US" sz="1200" dirty="0"/>
              <a:t>上才可以開啟</a:t>
            </a:r>
          </a:p>
        </p:txBody>
      </p:sp>
    </p:spTree>
    <p:extLst>
      <p:ext uri="{BB962C8B-B14F-4D97-AF65-F5344CB8AC3E}">
        <p14:creationId xmlns:p14="http://schemas.microsoft.com/office/powerpoint/2010/main" val="660123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4AD2BD-6883-39FB-7815-EC02CF1A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Reference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0126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API Structure</a:t>
            </a:r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72D2CBF-60F4-7EF3-2998-89BD77B14E44}"/>
              </a:ext>
            </a:extLst>
          </p:cNvPr>
          <p:cNvSpPr txBox="1"/>
          <p:nvPr/>
        </p:nvSpPr>
        <p:spPr>
          <a:xfrm>
            <a:off x="1104638" y="890911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Scripting</a:t>
            </a:r>
            <a:r>
              <a:rPr lang="en-US" altLang="zh-TW" sz="1500">
                <a:solidFill>
                  <a:schemeClr val="accent3"/>
                </a:solidFill>
              </a:rPr>
              <a:t> Layer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838C558-40F9-A065-A9DD-C4962B25BCF9}"/>
              </a:ext>
            </a:extLst>
          </p:cNvPr>
          <p:cNvSpPr txBox="1"/>
          <p:nvPr/>
        </p:nvSpPr>
        <p:spPr>
          <a:xfrm>
            <a:off x="3659085" y="914429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>
                <a:solidFill>
                  <a:schemeClr val="accent5">
                    <a:lumMod val="75000"/>
                  </a:schemeClr>
                </a:solidFill>
              </a:rPr>
              <a:t>Interface Layer</a:t>
            </a:r>
            <a:endParaRPr lang="zh-TW" altLang="en-US" sz="1500" err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A110E0-E1B2-D29F-9600-B05D310484CF}"/>
              </a:ext>
            </a:extLst>
          </p:cNvPr>
          <p:cNvSpPr txBox="1"/>
          <p:nvPr/>
        </p:nvSpPr>
        <p:spPr>
          <a:xfrm>
            <a:off x="6235298" y="910375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>
                <a:solidFill>
                  <a:srgbClr val="E34535"/>
                </a:solidFill>
              </a:rPr>
              <a:t>Process Layer</a:t>
            </a:r>
            <a:endParaRPr lang="zh-TW" altLang="en-US" sz="1500" err="1">
              <a:solidFill>
                <a:srgbClr val="E34535"/>
              </a:solidFill>
            </a:endParaRPr>
          </a:p>
        </p:txBody>
      </p:sp>
      <p:pic>
        <p:nvPicPr>
          <p:cNvPr id="8" name="圖形 7" descr="文件 以實心填滿">
            <a:extLst>
              <a:ext uri="{FF2B5EF4-FFF2-40B4-BE49-F238E27FC236}">
                <a16:creationId xmlns:a16="http://schemas.microsoft.com/office/drawing/2014/main" id="{4BDCA86F-F916-6CCD-1BB8-C1B15080D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9557" y="1493126"/>
            <a:ext cx="479423" cy="4794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C1344DD-C3B3-1B15-1AF3-768F65D12BA2}"/>
              </a:ext>
            </a:extLst>
          </p:cNvPr>
          <p:cNvSpPr txBox="1"/>
          <p:nvPr/>
        </p:nvSpPr>
        <p:spPr>
          <a:xfrm>
            <a:off x="1544090" y="1961955"/>
            <a:ext cx="1012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/>
              <a:t>&lt;Script file&gt;</a:t>
            </a:r>
            <a:endParaRPr lang="zh-TW" altLang="en-US" sz="1100" dirty="0"/>
          </a:p>
        </p:txBody>
      </p:sp>
      <p:pic>
        <p:nvPicPr>
          <p:cNvPr id="10" name="圖形 9" descr="資料夾 外框">
            <a:extLst>
              <a:ext uri="{FF2B5EF4-FFF2-40B4-BE49-F238E27FC236}">
                <a16:creationId xmlns:a16="http://schemas.microsoft.com/office/drawing/2014/main" id="{D22DBE27-2406-3450-87DF-BB3AF29D4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3665" y="1500675"/>
            <a:ext cx="479423" cy="47942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79D4B9-36E8-91E8-A18F-2D90A9EE1080}"/>
              </a:ext>
            </a:extLst>
          </p:cNvPr>
          <p:cNvSpPr txBox="1"/>
          <p:nvPr/>
        </p:nvSpPr>
        <p:spPr>
          <a:xfrm>
            <a:off x="4303251" y="1621280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err="1"/>
              <a:t>api</a:t>
            </a:r>
            <a:endParaRPr lang="zh-TW" altLang="en-US" sz="1100" err="1"/>
          </a:p>
        </p:txBody>
      </p:sp>
      <p:pic>
        <p:nvPicPr>
          <p:cNvPr id="12" name="圖形 11" descr="文件 以實心填滿">
            <a:extLst>
              <a:ext uri="{FF2B5EF4-FFF2-40B4-BE49-F238E27FC236}">
                <a16:creationId xmlns:a16="http://schemas.microsoft.com/office/drawing/2014/main" id="{7BF4DD46-3611-07C3-626B-09D24B4B6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1988067"/>
            <a:ext cx="326141" cy="32614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2A2D94D-60CB-BED8-6C28-8D49DB3D2D74}"/>
              </a:ext>
            </a:extLst>
          </p:cNvPr>
          <p:cNvSpPr txBox="1"/>
          <p:nvPr/>
        </p:nvSpPr>
        <p:spPr>
          <a:xfrm>
            <a:off x="4485659" y="202033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Console.py</a:t>
            </a:r>
            <a:endParaRPr lang="zh-TW" altLang="en-US" sz="1100" err="1"/>
          </a:p>
        </p:txBody>
      </p:sp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7036F1E8-4A1B-E850-2F61-0E76BF066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2342405"/>
            <a:ext cx="326141" cy="326141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D688D93-888A-6B72-5350-0F92326758B9}"/>
              </a:ext>
            </a:extLst>
          </p:cNvPr>
          <p:cNvSpPr txBox="1"/>
          <p:nvPr/>
        </p:nvSpPr>
        <p:spPr>
          <a:xfrm>
            <a:off x="4485659" y="2374670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Misc.py</a:t>
            </a:r>
            <a:endParaRPr lang="zh-TW" altLang="en-US" sz="1100" err="1"/>
          </a:p>
        </p:txBody>
      </p:sp>
      <p:pic>
        <p:nvPicPr>
          <p:cNvPr id="16" name="圖形 15" descr="文件 以實心填滿">
            <a:extLst>
              <a:ext uri="{FF2B5EF4-FFF2-40B4-BE49-F238E27FC236}">
                <a16:creationId xmlns:a16="http://schemas.microsoft.com/office/drawing/2014/main" id="{38D46EAD-27DC-6231-FF3D-F21D1A62A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2694798"/>
            <a:ext cx="326141" cy="326141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AA225046-A0F2-27A7-B9EC-B0290C960BE1}"/>
              </a:ext>
            </a:extLst>
          </p:cNvPr>
          <p:cNvSpPr txBox="1"/>
          <p:nvPr/>
        </p:nvSpPr>
        <p:spPr>
          <a:xfrm>
            <a:off x="4485659" y="2727063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TR.py</a:t>
            </a:r>
            <a:endParaRPr lang="zh-TW" altLang="en-US" sz="1100" dirty="0"/>
          </a:p>
        </p:txBody>
      </p:sp>
      <p:pic>
        <p:nvPicPr>
          <p:cNvPr id="18" name="圖形 17" descr="文件 以實心填滿">
            <a:extLst>
              <a:ext uri="{FF2B5EF4-FFF2-40B4-BE49-F238E27FC236}">
                <a16:creationId xmlns:a16="http://schemas.microsoft.com/office/drawing/2014/main" id="{30C7C897-910D-FC45-5E8A-ED5A0CEF4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3049136"/>
            <a:ext cx="326141" cy="326141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03A0D75-C90D-D443-2D6C-FAF9BA3894C0}"/>
              </a:ext>
            </a:extLst>
          </p:cNvPr>
          <p:cNvSpPr txBox="1"/>
          <p:nvPr/>
        </p:nvSpPr>
        <p:spPr>
          <a:xfrm>
            <a:off x="4485659" y="3081401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WebApp.py</a:t>
            </a:r>
            <a:endParaRPr lang="zh-TW" altLang="en-US" sz="1100" err="1"/>
          </a:p>
        </p:txBody>
      </p:sp>
      <p:pic>
        <p:nvPicPr>
          <p:cNvPr id="20" name="圖形 19" descr="資料夾 外框">
            <a:extLst>
              <a:ext uri="{FF2B5EF4-FFF2-40B4-BE49-F238E27FC236}">
                <a16:creationId xmlns:a16="http://schemas.microsoft.com/office/drawing/2014/main" id="{7CEFD445-AC76-244D-22F5-DA677B275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1214" y="1493127"/>
            <a:ext cx="479423" cy="479423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2758E8A1-B763-0FEF-441C-473D5FE80AF4}"/>
              </a:ext>
            </a:extLst>
          </p:cNvPr>
          <p:cNvSpPr txBox="1"/>
          <p:nvPr/>
        </p:nvSpPr>
        <p:spPr>
          <a:xfrm>
            <a:off x="7010800" y="1613732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/>
              <a:t>lib</a:t>
            </a:r>
            <a:endParaRPr lang="zh-TW" altLang="en-US" sz="1100" err="1"/>
          </a:p>
        </p:txBody>
      </p:sp>
      <p:pic>
        <p:nvPicPr>
          <p:cNvPr id="22" name="圖形 21" descr="文件 以實心填滿">
            <a:extLst>
              <a:ext uri="{FF2B5EF4-FFF2-40B4-BE49-F238E27FC236}">
                <a16:creationId xmlns:a16="http://schemas.microsoft.com/office/drawing/2014/main" id="{E2C0CFC7-DED4-0ACB-DFD9-B7F4164B7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490" y="1995947"/>
            <a:ext cx="326141" cy="326141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5AEE9139-9F86-A32A-4796-ADE1A49D6D27}"/>
              </a:ext>
            </a:extLst>
          </p:cNvPr>
          <p:cNvSpPr txBox="1"/>
          <p:nvPr/>
        </p:nvSpPr>
        <p:spPr>
          <a:xfrm>
            <a:off x="7183792" y="2048544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…</a:t>
            </a:r>
            <a:endParaRPr lang="zh-TW" altLang="en-US" sz="1100" err="1"/>
          </a:p>
        </p:txBody>
      </p:sp>
      <p:pic>
        <p:nvPicPr>
          <p:cNvPr id="24" name="圖形 23" descr="文件 以實心填滿">
            <a:extLst>
              <a:ext uri="{FF2B5EF4-FFF2-40B4-BE49-F238E27FC236}">
                <a16:creationId xmlns:a16="http://schemas.microsoft.com/office/drawing/2014/main" id="{507798BF-89F1-1AC0-51D1-49AD52EBC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7566" y="2311509"/>
            <a:ext cx="326141" cy="326141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EAEE8633-78F8-B8F0-DE11-0D6BE9B58CA7}"/>
              </a:ext>
            </a:extLst>
          </p:cNvPr>
          <p:cNvSpPr txBox="1"/>
          <p:nvPr/>
        </p:nvSpPr>
        <p:spPr>
          <a:xfrm>
            <a:off x="7183792" y="2323192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…</a:t>
            </a:r>
            <a:endParaRPr lang="zh-TW" altLang="en-US" sz="1100" err="1"/>
          </a:p>
        </p:txBody>
      </p: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A2A5A9B8-35BC-1D94-ED67-3490EB47C59E}"/>
              </a:ext>
            </a:extLst>
          </p:cNvPr>
          <p:cNvCxnSpPr>
            <a:stCxn id="10" idx="2"/>
            <a:endCxn id="12" idx="1"/>
          </p:cNvCxnSpPr>
          <p:nvPr/>
        </p:nvCxnSpPr>
        <p:spPr>
          <a:xfrm rot="16200000" flipH="1">
            <a:off x="4096177" y="2027298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35BE732B-19F2-CB38-C351-04596B33CAF9}"/>
              </a:ext>
            </a:extLst>
          </p:cNvPr>
          <p:cNvCxnSpPr>
            <a:cxnSpLocks/>
            <a:stCxn id="10" idx="2"/>
            <a:endCxn id="14" idx="1"/>
          </p:cNvCxnSpPr>
          <p:nvPr/>
        </p:nvCxnSpPr>
        <p:spPr>
          <a:xfrm rot="16200000" flipH="1">
            <a:off x="3919008" y="2204467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510CDCE7-49FB-C8B3-BD19-395B5AD14AE3}"/>
              </a:ext>
            </a:extLst>
          </p:cNvPr>
          <p:cNvCxnSpPr>
            <a:cxnSpLocks/>
            <a:stCxn id="10" idx="2"/>
            <a:endCxn id="16" idx="1"/>
          </p:cNvCxnSpPr>
          <p:nvPr/>
        </p:nvCxnSpPr>
        <p:spPr>
          <a:xfrm rot="16200000" flipH="1">
            <a:off x="3742812" y="2380663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CFDFF3B7-E718-809A-0D51-66118A44831A}"/>
              </a:ext>
            </a:extLst>
          </p:cNvPr>
          <p:cNvCxnSpPr>
            <a:cxnSpLocks/>
            <a:stCxn id="10" idx="2"/>
            <a:endCxn id="18" idx="1"/>
          </p:cNvCxnSpPr>
          <p:nvPr/>
        </p:nvCxnSpPr>
        <p:spPr>
          <a:xfrm rot="16200000" flipH="1">
            <a:off x="3565643" y="2557832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3DD350D2-7F54-EC18-3D00-ACFFCE4B4D73}"/>
              </a:ext>
            </a:extLst>
          </p:cNvPr>
          <p:cNvCxnSpPr>
            <a:cxnSpLocks/>
            <a:stCxn id="20" idx="2"/>
            <a:endCxn id="22" idx="1"/>
          </p:cNvCxnSpPr>
          <p:nvPr/>
        </p:nvCxnSpPr>
        <p:spPr>
          <a:xfrm rot="16200000" flipH="1">
            <a:off x="6788974" y="2034502"/>
            <a:ext cx="186468" cy="62564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B478F20D-E469-D944-AED6-05EA6ABAA64E}"/>
              </a:ext>
            </a:extLst>
          </p:cNvPr>
          <p:cNvCxnSpPr>
            <a:cxnSpLocks/>
            <a:stCxn id="20" idx="2"/>
            <a:endCxn id="24" idx="1"/>
          </p:cNvCxnSpPr>
          <p:nvPr/>
        </p:nvCxnSpPr>
        <p:spPr>
          <a:xfrm rot="16200000" flipH="1">
            <a:off x="6638231" y="2185245"/>
            <a:ext cx="50203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箭號: 向右 43">
            <a:extLst>
              <a:ext uri="{FF2B5EF4-FFF2-40B4-BE49-F238E27FC236}">
                <a16:creationId xmlns:a16="http://schemas.microsoft.com/office/drawing/2014/main" id="{2BF6E037-43F2-2DDD-2577-4D2042875060}"/>
              </a:ext>
            </a:extLst>
          </p:cNvPr>
          <p:cNvSpPr/>
          <p:nvPr/>
        </p:nvSpPr>
        <p:spPr>
          <a:xfrm>
            <a:off x="2865231" y="1766192"/>
            <a:ext cx="674975" cy="15720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2F71B6B-878A-B193-A171-5570FAA6C439}"/>
              </a:ext>
            </a:extLst>
          </p:cNvPr>
          <p:cNvSpPr txBox="1"/>
          <p:nvPr/>
        </p:nvSpPr>
        <p:spPr>
          <a:xfrm>
            <a:off x="3019318" y="1540610"/>
            <a:ext cx="463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Call</a:t>
            </a:r>
            <a:endParaRPr lang="zh-TW" altLang="en-US" sz="1100" err="1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84321E54-1662-7414-262E-61DBDAD82C15}"/>
              </a:ext>
            </a:extLst>
          </p:cNvPr>
          <p:cNvSpPr/>
          <p:nvPr/>
        </p:nvSpPr>
        <p:spPr>
          <a:xfrm>
            <a:off x="5710678" y="1760886"/>
            <a:ext cx="674975" cy="15720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731BEB2-8DF1-9188-2E5A-5010B9B01E0E}"/>
              </a:ext>
            </a:extLst>
          </p:cNvPr>
          <p:cNvSpPr txBox="1"/>
          <p:nvPr/>
        </p:nvSpPr>
        <p:spPr>
          <a:xfrm>
            <a:off x="5864765" y="1535304"/>
            <a:ext cx="463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Call</a:t>
            </a:r>
            <a:endParaRPr lang="zh-TW" altLang="en-US" sz="1100" err="1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BD7BB4D-084E-EED7-A918-69FA98C99D1F}"/>
              </a:ext>
            </a:extLst>
          </p:cNvPr>
          <p:cNvSpPr txBox="1"/>
          <p:nvPr/>
        </p:nvSpPr>
        <p:spPr>
          <a:xfrm>
            <a:off x="1139707" y="3465748"/>
            <a:ext cx="1673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只會呼叫來自</a:t>
            </a:r>
            <a:r>
              <a:rPr lang="en-US" altLang="zh-TW" sz="1200" dirty="0"/>
              <a:t>Interface Layer</a:t>
            </a:r>
            <a:r>
              <a:rPr lang="zh-TW" altLang="en-US" sz="1200" dirty="0"/>
              <a:t>的</a:t>
            </a:r>
            <a:r>
              <a:rPr lang="en-US" altLang="zh-TW" sz="1200" dirty="0"/>
              <a:t>APIs</a:t>
            </a:r>
            <a:endParaRPr lang="zh-TW" altLang="en-US" sz="12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BA82CC6-5652-4824-8BEA-29E4F7AE9596}"/>
              </a:ext>
            </a:extLst>
          </p:cNvPr>
          <p:cNvSpPr txBox="1"/>
          <p:nvPr/>
        </p:nvSpPr>
        <p:spPr>
          <a:xfrm>
            <a:off x="3733905" y="3466060"/>
            <a:ext cx="214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>
                <a:solidFill>
                  <a:schemeClr val="accent3"/>
                </a:solidFill>
              </a:rPr>
              <a:t>只處理</a:t>
            </a:r>
            <a:r>
              <a:rPr lang="en-US" altLang="zh-TW" sz="1200">
                <a:solidFill>
                  <a:schemeClr val="accent3"/>
                </a:solidFill>
              </a:rPr>
              <a:t>Report</a:t>
            </a:r>
            <a:r>
              <a:rPr lang="zh-TW" altLang="en-US" sz="1200">
                <a:solidFill>
                  <a:schemeClr val="accent3"/>
                </a:solidFill>
              </a:rPr>
              <a:t>流程</a:t>
            </a:r>
            <a:r>
              <a:rPr lang="zh-TW" altLang="en-US" sz="1200" dirty="0">
                <a:solidFill>
                  <a:schemeClr val="accent3"/>
                </a:solidFill>
              </a:rPr>
              <a:t>與加掛附件</a:t>
            </a:r>
            <a:r>
              <a:rPr lang="zh-TW" altLang="en-US" sz="1200"/>
              <a:t>，不直接寫</a:t>
            </a:r>
            <a:r>
              <a:rPr lang="en-US" altLang="zh-TW" sz="1200"/>
              <a:t>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/>
              <a:t>只放可供</a:t>
            </a:r>
            <a:r>
              <a:rPr lang="en-US" altLang="zh-TW" sz="1200"/>
              <a:t>script</a:t>
            </a:r>
            <a:r>
              <a:rPr lang="zh-TW" altLang="en-US" sz="1200"/>
              <a:t>呼叫的</a:t>
            </a:r>
            <a:r>
              <a:rPr lang="en-US" altLang="zh-TW" sz="1200"/>
              <a:t>APIs</a:t>
            </a:r>
            <a:r>
              <a:rPr lang="zh-TW" altLang="en-US" sz="1200"/>
              <a:t>，不放多餘的東西</a:t>
            </a:r>
            <a:endParaRPr lang="en-US" altLang="zh-TW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>
                <a:solidFill>
                  <a:schemeClr val="accent3"/>
                </a:solidFill>
              </a:rPr>
              <a:t>必須定義</a:t>
            </a:r>
            <a:r>
              <a:rPr lang="en-US" altLang="zh-TW" sz="1200">
                <a:solidFill>
                  <a:schemeClr val="accent3"/>
                </a:solidFill>
              </a:rPr>
              <a:t>API</a:t>
            </a:r>
            <a:r>
              <a:rPr lang="zh-TW" altLang="en-US" sz="1200">
                <a:solidFill>
                  <a:schemeClr val="accent3"/>
                </a:solidFill>
              </a:rPr>
              <a:t>說明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50790DE-A84A-61CC-E7C4-9841AB560291}"/>
              </a:ext>
            </a:extLst>
          </p:cNvPr>
          <p:cNvSpPr txBox="1"/>
          <p:nvPr/>
        </p:nvSpPr>
        <p:spPr>
          <a:xfrm>
            <a:off x="6385653" y="3462050"/>
            <a:ext cx="1976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/>
              <a:t>APIs</a:t>
            </a:r>
            <a:r>
              <a:rPr lang="zh-TW" altLang="en-US" sz="1200"/>
              <a:t>的實際</a:t>
            </a:r>
            <a:r>
              <a:rPr lang="en-US" altLang="zh-TW" sz="1200"/>
              <a:t>process</a:t>
            </a:r>
            <a:r>
              <a:rPr lang="zh-TW" altLang="en-US" sz="1200"/>
              <a:t>定義在此，可定義一個或多個，結構不拘</a:t>
            </a:r>
          </a:p>
        </p:txBody>
      </p:sp>
      <p:pic>
        <p:nvPicPr>
          <p:cNvPr id="26" name="圖形 25" descr="文件 以實心填滿">
            <a:extLst>
              <a:ext uri="{FF2B5EF4-FFF2-40B4-BE49-F238E27FC236}">
                <a16:creationId xmlns:a16="http://schemas.microsoft.com/office/drawing/2014/main" id="{E39560F1-8242-1C78-1A8A-73564453D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9582" y="1500675"/>
            <a:ext cx="479423" cy="479423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C15A8A55-E791-C625-F224-D8B6A02C088E}"/>
              </a:ext>
            </a:extLst>
          </p:cNvPr>
          <p:cNvSpPr txBox="1"/>
          <p:nvPr/>
        </p:nvSpPr>
        <p:spPr>
          <a:xfrm>
            <a:off x="1266678" y="2331325"/>
            <a:ext cx="1598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&lt;Custom module&gt;</a:t>
            </a:r>
            <a:endParaRPr lang="zh-TW" altLang="en-US" sz="11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D651100-408B-6D2D-5271-8C0947116424}"/>
              </a:ext>
            </a:extLst>
          </p:cNvPr>
          <p:cNvSpPr txBox="1"/>
          <p:nvPr/>
        </p:nvSpPr>
        <p:spPr>
          <a:xfrm>
            <a:off x="1856188" y="2146640"/>
            <a:ext cx="419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or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16007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Build in API Modules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2A1C5-E0DF-184F-BB22-4DABAD7E42FF}"/>
              </a:ext>
            </a:extLst>
          </p:cNvPr>
          <p:cNvSpPr/>
          <p:nvPr/>
        </p:nvSpPr>
        <p:spPr>
          <a:xfrm>
            <a:off x="1403797" y="1206591"/>
            <a:ext cx="1313645" cy="10946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7E8A0FC-E049-3FC7-BFB1-6EEA618E5B31}"/>
              </a:ext>
            </a:extLst>
          </p:cNvPr>
          <p:cNvSpPr txBox="1"/>
          <p:nvPr/>
        </p:nvSpPr>
        <p:spPr>
          <a:xfrm>
            <a:off x="1403797" y="1316060"/>
            <a:ext cx="166137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COM(RS-232)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Telnet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SSH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WKS control</a:t>
            </a:r>
            <a:endParaRPr lang="zh-TW" altLang="en-US" sz="1500" dirty="0" err="1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78FB66D-9D5D-8D58-3D04-E1C100FF40DC}"/>
              </a:ext>
            </a:extLst>
          </p:cNvPr>
          <p:cNvSpPr/>
          <p:nvPr/>
        </p:nvSpPr>
        <p:spPr>
          <a:xfrm>
            <a:off x="5299655" y="1206591"/>
            <a:ext cx="1313645" cy="10946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4E1B2B3-867D-243D-5632-1ABA6E89E1DF}"/>
              </a:ext>
            </a:extLst>
          </p:cNvPr>
          <p:cNvSpPr txBox="1"/>
          <p:nvPr/>
        </p:nvSpPr>
        <p:spPr>
          <a:xfrm>
            <a:off x="5299655" y="1308454"/>
            <a:ext cx="25113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TR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TR-069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TR-369(USP)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CPE management</a:t>
            </a:r>
            <a:endParaRPr lang="zh-TW" altLang="en-US" sz="1500" dirty="0" err="1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1D3F233-5A29-A884-839E-9A5E05EB46F7}"/>
              </a:ext>
            </a:extLst>
          </p:cNvPr>
          <p:cNvSpPr/>
          <p:nvPr/>
        </p:nvSpPr>
        <p:spPr>
          <a:xfrm>
            <a:off x="1403797" y="3141031"/>
            <a:ext cx="1313645" cy="109469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ED03908-C370-9F16-EA8D-C05335FA4649}"/>
              </a:ext>
            </a:extLst>
          </p:cNvPr>
          <p:cNvSpPr txBox="1"/>
          <p:nvPr/>
        </p:nvSpPr>
        <p:spPr>
          <a:xfrm>
            <a:off x="1403797" y="3235288"/>
            <a:ext cx="2891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WebApp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Web GUI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>
                <a:solidFill>
                  <a:schemeClr val="bg1">
                    <a:lumMod val="75000"/>
                  </a:schemeClr>
                </a:solidFill>
              </a:rPr>
              <a:t>Smart phone APP(TBD)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>
                <a:solidFill>
                  <a:schemeClr val="bg1">
                    <a:lumMod val="75000"/>
                  </a:schemeClr>
                </a:solidFill>
              </a:rPr>
              <a:t>Windows application(TBD)</a:t>
            </a:r>
            <a:endParaRPr lang="zh-TW" altLang="en-US" sz="1500" dirty="0" err="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3A98A56-7C91-29DF-B309-10627E98E57B}"/>
              </a:ext>
            </a:extLst>
          </p:cNvPr>
          <p:cNvSpPr/>
          <p:nvPr/>
        </p:nvSpPr>
        <p:spPr>
          <a:xfrm>
            <a:off x="5299655" y="3141031"/>
            <a:ext cx="1313645" cy="10946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B6322A1-B95D-536D-A9E7-D5E5C50180D2}"/>
              </a:ext>
            </a:extLst>
          </p:cNvPr>
          <p:cNvSpPr txBox="1"/>
          <p:nvPr/>
        </p:nvSpPr>
        <p:spPr>
          <a:xfrm>
            <a:off x="5299655" y="3242894"/>
            <a:ext cx="3020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 err="1"/>
              <a:t>Misc</a:t>
            </a:r>
            <a:endParaRPr lang="en-US" altLang="zh-TW" sz="15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Setup equipment</a:t>
            </a:r>
            <a:br>
              <a:rPr lang="en-US" altLang="zh-TW" sz="1500" dirty="0"/>
            </a:br>
            <a:r>
              <a:rPr lang="en-US" altLang="zh-TW" sz="1500" dirty="0"/>
              <a:t>(Switch</a:t>
            </a:r>
            <a:r>
              <a:rPr lang="zh-TW" altLang="en-US" sz="1500" dirty="0"/>
              <a:t>、</a:t>
            </a:r>
            <a:r>
              <a:rPr lang="en-US" altLang="zh-TW" sz="1500" dirty="0"/>
              <a:t>DSLAM</a:t>
            </a:r>
            <a:r>
              <a:rPr lang="zh-TW" altLang="en-US" sz="1500" dirty="0"/>
              <a:t>、</a:t>
            </a:r>
            <a:r>
              <a:rPr lang="en-US" altLang="zh-TW" sz="1500" dirty="0"/>
              <a:t>OLT...)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500" dirty="0"/>
              <a:t>Others</a:t>
            </a:r>
            <a:endParaRPr lang="zh-TW" altLang="en-US" sz="1500" dirty="0" err="1"/>
          </a:p>
        </p:txBody>
      </p:sp>
    </p:spTree>
    <p:extLst>
      <p:ext uri="{BB962C8B-B14F-4D97-AF65-F5344CB8AC3E}">
        <p14:creationId xmlns:p14="http://schemas.microsoft.com/office/powerpoint/2010/main" val="949565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API Structure-In Custom Modules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72D2CBF-60F4-7EF3-2998-89BD77B14E44}"/>
              </a:ext>
            </a:extLst>
          </p:cNvPr>
          <p:cNvSpPr txBox="1"/>
          <p:nvPr/>
        </p:nvSpPr>
        <p:spPr>
          <a:xfrm>
            <a:off x="1104638" y="890911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Scripting</a:t>
            </a:r>
            <a:r>
              <a:rPr lang="en-US" altLang="zh-TW" sz="1500">
                <a:solidFill>
                  <a:schemeClr val="accent3"/>
                </a:solidFill>
              </a:rPr>
              <a:t> Layer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838C558-40F9-A065-A9DD-C4962B25BCF9}"/>
              </a:ext>
            </a:extLst>
          </p:cNvPr>
          <p:cNvSpPr txBox="1"/>
          <p:nvPr/>
        </p:nvSpPr>
        <p:spPr>
          <a:xfrm>
            <a:off x="3659085" y="914429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>
                <a:solidFill>
                  <a:schemeClr val="accent5">
                    <a:lumMod val="75000"/>
                  </a:schemeClr>
                </a:solidFill>
              </a:rPr>
              <a:t>Interface Layer</a:t>
            </a:r>
            <a:endParaRPr lang="zh-TW" altLang="en-US" sz="1500" err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A110E0-E1B2-D29F-9600-B05D310484CF}"/>
              </a:ext>
            </a:extLst>
          </p:cNvPr>
          <p:cNvSpPr txBox="1"/>
          <p:nvPr/>
        </p:nvSpPr>
        <p:spPr>
          <a:xfrm>
            <a:off x="6235298" y="910375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>
                <a:solidFill>
                  <a:srgbClr val="E34535"/>
                </a:solidFill>
              </a:rPr>
              <a:t>Process Layer</a:t>
            </a:r>
            <a:endParaRPr lang="zh-TW" altLang="en-US" sz="1500" err="1">
              <a:solidFill>
                <a:srgbClr val="E34535"/>
              </a:solidFill>
            </a:endParaRPr>
          </a:p>
        </p:txBody>
      </p:sp>
      <p:pic>
        <p:nvPicPr>
          <p:cNvPr id="8" name="圖形 7" descr="文件 以實心填滿">
            <a:extLst>
              <a:ext uri="{FF2B5EF4-FFF2-40B4-BE49-F238E27FC236}">
                <a16:creationId xmlns:a16="http://schemas.microsoft.com/office/drawing/2014/main" id="{4BDCA86F-F916-6CCD-1BB8-C1B15080D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9557" y="1493126"/>
            <a:ext cx="479423" cy="4794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C1344DD-C3B3-1B15-1AF3-768F65D12BA2}"/>
              </a:ext>
            </a:extLst>
          </p:cNvPr>
          <p:cNvSpPr txBox="1"/>
          <p:nvPr/>
        </p:nvSpPr>
        <p:spPr>
          <a:xfrm>
            <a:off x="1544090" y="1961955"/>
            <a:ext cx="1012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/>
              <a:t>&lt;Script file&gt;</a:t>
            </a:r>
            <a:endParaRPr lang="zh-TW" altLang="en-US" sz="1100" dirty="0"/>
          </a:p>
        </p:txBody>
      </p:sp>
      <p:pic>
        <p:nvPicPr>
          <p:cNvPr id="10" name="圖形 9" descr="資料夾 外框">
            <a:extLst>
              <a:ext uri="{FF2B5EF4-FFF2-40B4-BE49-F238E27FC236}">
                <a16:creationId xmlns:a16="http://schemas.microsoft.com/office/drawing/2014/main" id="{D22DBE27-2406-3450-87DF-BB3AF29D4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9650" y="1500675"/>
            <a:ext cx="479423" cy="47942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79D4B9-36E8-91E8-A18F-2D90A9EE1080}"/>
              </a:ext>
            </a:extLst>
          </p:cNvPr>
          <p:cNvSpPr txBox="1"/>
          <p:nvPr/>
        </p:nvSpPr>
        <p:spPr>
          <a:xfrm>
            <a:off x="4039236" y="1621280"/>
            <a:ext cx="1657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&lt;Tool path&gt;\module</a:t>
            </a:r>
            <a:endParaRPr lang="zh-TW" altLang="en-US" sz="1100" dirty="0"/>
          </a:p>
        </p:txBody>
      </p:sp>
      <p:pic>
        <p:nvPicPr>
          <p:cNvPr id="12" name="圖形 11" descr="文件 以實心填滿">
            <a:extLst>
              <a:ext uri="{FF2B5EF4-FFF2-40B4-BE49-F238E27FC236}">
                <a16:creationId xmlns:a16="http://schemas.microsoft.com/office/drawing/2014/main" id="{7BF4DD46-3611-07C3-626B-09D24B4B6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6002" y="1988067"/>
            <a:ext cx="326141" cy="32614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2A2D94D-60CB-BED8-6C28-8D49DB3D2D74}"/>
              </a:ext>
            </a:extLst>
          </p:cNvPr>
          <p:cNvSpPr txBox="1"/>
          <p:nvPr/>
        </p:nvSpPr>
        <p:spPr>
          <a:xfrm>
            <a:off x="4221644" y="202033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xxx.py</a:t>
            </a:r>
            <a:endParaRPr lang="zh-TW" altLang="en-US" sz="1100" dirty="0"/>
          </a:p>
        </p:txBody>
      </p:sp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7036F1E8-4A1B-E850-2F61-0E76BF066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6002" y="2342405"/>
            <a:ext cx="326141" cy="326141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D688D93-888A-6B72-5350-0F92326758B9}"/>
              </a:ext>
            </a:extLst>
          </p:cNvPr>
          <p:cNvSpPr txBox="1"/>
          <p:nvPr/>
        </p:nvSpPr>
        <p:spPr>
          <a:xfrm>
            <a:off x="4221644" y="2374670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xxx.py</a:t>
            </a:r>
            <a:endParaRPr lang="zh-TW" altLang="en-US" sz="1100" dirty="0"/>
          </a:p>
        </p:txBody>
      </p:sp>
      <p:pic>
        <p:nvPicPr>
          <p:cNvPr id="20" name="圖形 19" descr="資料夾 外框">
            <a:extLst>
              <a:ext uri="{FF2B5EF4-FFF2-40B4-BE49-F238E27FC236}">
                <a16:creationId xmlns:a16="http://schemas.microsoft.com/office/drawing/2014/main" id="{7CEFD445-AC76-244D-22F5-DA677B275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1214" y="1493127"/>
            <a:ext cx="479423" cy="479423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2758E8A1-B763-0FEF-441C-473D5FE80AF4}"/>
              </a:ext>
            </a:extLst>
          </p:cNvPr>
          <p:cNvSpPr txBox="1"/>
          <p:nvPr/>
        </p:nvSpPr>
        <p:spPr>
          <a:xfrm>
            <a:off x="7010800" y="1613732"/>
            <a:ext cx="1673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&lt;Tool path&gt;\module</a:t>
            </a:r>
            <a:endParaRPr lang="zh-TW" altLang="en-US" sz="11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AEE9139-9F86-A32A-4796-ADE1A49D6D27}"/>
              </a:ext>
            </a:extLst>
          </p:cNvPr>
          <p:cNvSpPr txBox="1"/>
          <p:nvPr/>
        </p:nvSpPr>
        <p:spPr>
          <a:xfrm>
            <a:off x="7473409" y="2036838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</a:t>
            </a:r>
            <a:endParaRPr lang="zh-TW" altLang="en-US" sz="1100" dirty="0"/>
          </a:p>
        </p:txBody>
      </p: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A2A5A9B8-35BC-1D94-ED67-3490EB47C59E}"/>
              </a:ext>
            </a:extLst>
          </p:cNvPr>
          <p:cNvCxnSpPr>
            <a:stCxn id="10" idx="2"/>
            <a:endCxn id="12" idx="1"/>
          </p:cNvCxnSpPr>
          <p:nvPr/>
        </p:nvCxnSpPr>
        <p:spPr>
          <a:xfrm rot="16200000" flipH="1">
            <a:off x="3832162" y="2027298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35BE732B-19F2-CB38-C351-04596B33CAF9}"/>
              </a:ext>
            </a:extLst>
          </p:cNvPr>
          <p:cNvCxnSpPr>
            <a:cxnSpLocks/>
            <a:stCxn id="10" idx="2"/>
            <a:endCxn id="14" idx="1"/>
          </p:cNvCxnSpPr>
          <p:nvPr/>
        </p:nvCxnSpPr>
        <p:spPr>
          <a:xfrm rot="16200000" flipH="1">
            <a:off x="3654993" y="2204467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3DD350D2-7F54-EC18-3D00-ACFFCE4B4D73}"/>
              </a:ext>
            </a:extLst>
          </p:cNvPr>
          <p:cNvCxnSpPr>
            <a:cxnSpLocks/>
            <a:stCxn id="20" idx="2"/>
            <a:endCxn id="7" idx="1"/>
          </p:cNvCxnSpPr>
          <p:nvPr/>
        </p:nvCxnSpPr>
        <p:spPr>
          <a:xfrm rot="16200000" flipH="1">
            <a:off x="6850074" y="1973402"/>
            <a:ext cx="154942" cy="153238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箭號: 向右 43">
            <a:extLst>
              <a:ext uri="{FF2B5EF4-FFF2-40B4-BE49-F238E27FC236}">
                <a16:creationId xmlns:a16="http://schemas.microsoft.com/office/drawing/2014/main" id="{2BF6E037-43F2-2DDD-2577-4D2042875060}"/>
              </a:ext>
            </a:extLst>
          </p:cNvPr>
          <p:cNvSpPr/>
          <p:nvPr/>
        </p:nvSpPr>
        <p:spPr>
          <a:xfrm>
            <a:off x="2865231" y="1766192"/>
            <a:ext cx="674975" cy="15720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2F71B6B-878A-B193-A171-5570FAA6C439}"/>
              </a:ext>
            </a:extLst>
          </p:cNvPr>
          <p:cNvSpPr txBox="1"/>
          <p:nvPr/>
        </p:nvSpPr>
        <p:spPr>
          <a:xfrm>
            <a:off x="3019318" y="1540610"/>
            <a:ext cx="463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Call</a:t>
            </a:r>
            <a:endParaRPr lang="zh-TW" altLang="en-US" sz="1100" err="1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84321E54-1662-7414-262E-61DBDAD82C15}"/>
              </a:ext>
            </a:extLst>
          </p:cNvPr>
          <p:cNvSpPr/>
          <p:nvPr/>
        </p:nvSpPr>
        <p:spPr>
          <a:xfrm>
            <a:off x="5710678" y="1760886"/>
            <a:ext cx="674975" cy="15720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731BEB2-8DF1-9188-2E5A-5010B9B01E0E}"/>
              </a:ext>
            </a:extLst>
          </p:cNvPr>
          <p:cNvSpPr txBox="1"/>
          <p:nvPr/>
        </p:nvSpPr>
        <p:spPr>
          <a:xfrm>
            <a:off x="5864765" y="1535304"/>
            <a:ext cx="463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Call</a:t>
            </a:r>
            <a:endParaRPr lang="zh-TW" altLang="en-US" sz="1100" err="1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BD7BB4D-084E-EED7-A918-69FA98C99D1F}"/>
              </a:ext>
            </a:extLst>
          </p:cNvPr>
          <p:cNvSpPr txBox="1"/>
          <p:nvPr/>
        </p:nvSpPr>
        <p:spPr>
          <a:xfrm>
            <a:off x="1139707" y="3465748"/>
            <a:ext cx="1673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只會呼叫來自</a:t>
            </a:r>
            <a:r>
              <a:rPr lang="en-US" altLang="zh-TW" sz="1200" dirty="0"/>
              <a:t>Interface Layer</a:t>
            </a:r>
            <a:r>
              <a:rPr lang="zh-TW" altLang="en-US" sz="1200" dirty="0"/>
              <a:t>的</a:t>
            </a:r>
            <a:r>
              <a:rPr lang="en-US" altLang="zh-TW" sz="1200" dirty="0"/>
              <a:t>APIs</a:t>
            </a:r>
            <a:endParaRPr lang="zh-TW" altLang="en-US" sz="12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BA82CC6-5652-4824-8BEA-29E4F7AE9596}"/>
              </a:ext>
            </a:extLst>
          </p:cNvPr>
          <p:cNvSpPr txBox="1"/>
          <p:nvPr/>
        </p:nvSpPr>
        <p:spPr>
          <a:xfrm>
            <a:off x="3733905" y="3466060"/>
            <a:ext cx="2140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只放可供</a:t>
            </a:r>
            <a:r>
              <a:rPr lang="en-US" altLang="zh-TW" sz="1200" dirty="0"/>
              <a:t>script</a:t>
            </a:r>
            <a:r>
              <a:rPr lang="zh-TW" altLang="en-US" sz="1200" dirty="0"/>
              <a:t>呼叫的</a:t>
            </a:r>
            <a:r>
              <a:rPr lang="en-US" altLang="zh-TW" sz="1200" dirty="0"/>
              <a:t>APIs</a:t>
            </a:r>
            <a:r>
              <a:rPr lang="zh-TW" altLang="en-US" sz="1200" dirty="0"/>
              <a:t>，不放多餘的東西</a:t>
            </a:r>
            <a:endParaRPr lang="en-US" altLang="zh-TW" sz="12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50790DE-A84A-61CC-E7C4-9841AB560291}"/>
              </a:ext>
            </a:extLst>
          </p:cNvPr>
          <p:cNvSpPr txBox="1"/>
          <p:nvPr/>
        </p:nvSpPr>
        <p:spPr>
          <a:xfrm>
            <a:off x="6362826" y="3465747"/>
            <a:ext cx="2140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APIs</a:t>
            </a:r>
            <a:r>
              <a:rPr lang="zh-TW" altLang="en-US" sz="1200" dirty="0"/>
              <a:t>的實際</a:t>
            </a:r>
            <a:r>
              <a:rPr lang="en-US" altLang="zh-TW" sz="1200" dirty="0"/>
              <a:t>process</a:t>
            </a:r>
            <a:r>
              <a:rPr lang="zh-TW" altLang="en-US" sz="1200" dirty="0"/>
              <a:t>定義放在下一階資料夾</a:t>
            </a:r>
          </a:p>
        </p:txBody>
      </p:sp>
      <p:pic>
        <p:nvPicPr>
          <p:cNvPr id="26" name="圖形 25" descr="文件 以實心填滿">
            <a:extLst>
              <a:ext uri="{FF2B5EF4-FFF2-40B4-BE49-F238E27FC236}">
                <a16:creationId xmlns:a16="http://schemas.microsoft.com/office/drawing/2014/main" id="{E39560F1-8242-1C78-1A8A-73564453D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9582" y="1500675"/>
            <a:ext cx="479423" cy="479423"/>
          </a:xfrm>
          <a:prstGeom prst="rect">
            <a:avLst/>
          </a:prstGeom>
        </p:spPr>
      </p:pic>
      <p:pic>
        <p:nvPicPr>
          <p:cNvPr id="7" name="圖形 6" descr="資料夾 外框">
            <a:extLst>
              <a:ext uri="{FF2B5EF4-FFF2-40B4-BE49-F238E27FC236}">
                <a16:creationId xmlns:a16="http://schemas.microsoft.com/office/drawing/2014/main" id="{79E99767-EFB8-73E3-FCDF-CE7B793E9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4164" y="1887780"/>
            <a:ext cx="479423" cy="479423"/>
          </a:xfrm>
          <a:prstGeom prst="rect">
            <a:avLst/>
          </a:prstGeom>
        </p:spPr>
      </p:pic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7490DEFE-189D-2B3E-E787-0AC7A48AA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469" y="2315407"/>
            <a:ext cx="326141" cy="326141"/>
          </a:xfrm>
          <a:prstGeom prst="rect">
            <a:avLst/>
          </a:prstGeom>
        </p:spPr>
      </p:pic>
      <p:sp>
        <p:nvSpPr>
          <p:cNvPr id="36" name="文字方塊 35">
            <a:extLst>
              <a:ext uri="{FF2B5EF4-FFF2-40B4-BE49-F238E27FC236}">
                <a16:creationId xmlns:a16="http://schemas.microsoft.com/office/drawing/2014/main" id="{EB733450-F55A-A195-1008-756DA3339900}"/>
              </a:ext>
            </a:extLst>
          </p:cNvPr>
          <p:cNvSpPr txBox="1"/>
          <p:nvPr/>
        </p:nvSpPr>
        <p:spPr>
          <a:xfrm>
            <a:off x="7584112" y="2347672"/>
            <a:ext cx="6326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xxx.py</a:t>
            </a:r>
            <a:endParaRPr lang="zh-TW" altLang="en-US" sz="1100" dirty="0"/>
          </a:p>
        </p:txBody>
      </p:sp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005EE6DA-1ADF-AC8A-E340-7CFF6F985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469" y="2669745"/>
            <a:ext cx="326141" cy="326141"/>
          </a:xfrm>
          <a:prstGeom prst="rect">
            <a:avLst/>
          </a:prstGeom>
        </p:spPr>
      </p:pic>
      <p:sp>
        <p:nvSpPr>
          <p:cNvPr id="39" name="文字方塊 38">
            <a:extLst>
              <a:ext uri="{FF2B5EF4-FFF2-40B4-BE49-F238E27FC236}">
                <a16:creationId xmlns:a16="http://schemas.microsoft.com/office/drawing/2014/main" id="{A345BF21-119D-E068-4370-5703DDFE0AEC}"/>
              </a:ext>
            </a:extLst>
          </p:cNvPr>
          <p:cNvSpPr txBox="1"/>
          <p:nvPr/>
        </p:nvSpPr>
        <p:spPr>
          <a:xfrm>
            <a:off x="7584112" y="2702010"/>
            <a:ext cx="6326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xxx.py</a:t>
            </a:r>
            <a:endParaRPr lang="zh-TW" altLang="en-US" sz="1100" dirty="0"/>
          </a:p>
        </p:txBody>
      </p:sp>
      <p:cxnSp>
        <p:nvCxnSpPr>
          <p:cNvPr id="40" name="接點: 肘形 39">
            <a:extLst>
              <a:ext uri="{FF2B5EF4-FFF2-40B4-BE49-F238E27FC236}">
                <a16:creationId xmlns:a16="http://schemas.microsoft.com/office/drawing/2014/main" id="{83C202DA-1660-A978-7841-3C75CA276C76}"/>
              </a:ext>
            </a:extLst>
          </p:cNvPr>
          <p:cNvCxnSpPr>
            <a:endCxn id="34" idx="1"/>
          </p:cNvCxnSpPr>
          <p:nvPr/>
        </p:nvCxnSpPr>
        <p:spPr>
          <a:xfrm rot="16200000" flipH="1">
            <a:off x="7194629" y="2354638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F0C0F7AD-FCF5-711B-E8E3-28B3FE32841C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7017460" y="2531807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87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428E2F3-B043-3BEA-ABAC-822D25D06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75" y="1062649"/>
            <a:ext cx="6797629" cy="3482642"/>
          </a:xfrm>
          <a:prstGeom prst="rect">
            <a:avLst/>
          </a:prstGeom>
        </p:spPr>
      </p:pic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Wrap Procedure 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E60E39-5F76-4E54-4DD5-0869A99F3C69}"/>
              </a:ext>
            </a:extLst>
          </p:cNvPr>
          <p:cNvSpPr txBox="1"/>
          <p:nvPr/>
        </p:nvSpPr>
        <p:spPr>
          <a:xfrm>
            <a:off x="3522551" y="679629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5">
                    <a:lumMod val="75000"/>
                  </a:schemeClr>
                </a:solidFill>
              </a:rPr>
              <a:t>Interface Layer</a:t>
            </a:r>
            <a:endParaRPr lang="zh-TW" altLang="en-US" sz="15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249CEA-83B3-598C-3CB4-8CCA2FE24C5A}"/>
              </a:ext>
            </a:extLst>
          </p:cNvPr>
          <p:cNvSpPr/>
          <p:nvPr/>
        </p:nvSpPr>
        <p:spPr>
          <a:xfrm>
            <a:off x="1561131" y="1186268"/>
            <a:ext cx="5303132" cy="86984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A747C0-E9E5-6E85-6D7E-21AB50481F4C}"/>
              </a:ext>
            </a:extLst>
          </p:cNvPr>
          <p:cNvSpPr/>
          <p:nvPr/>
        </p:nvSpPr>
        <p:spPr>
          <a:xfrm>
            <a:off x="2064260" y="2633265"/>
            <a:ext cx="4330276" cy="197618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942651-9D09-9A70-F136-F14C09E53B56}"/>
              </a:ext>
            </a:extLst>
          </p:cNvPr>
          <p:cNvSpPr/>
          <p:nvPr/>
        </p:nvSpPr>
        <p:spPr>
          <a:xfrm>
            <a:off x="1853405" y="4207369"/>
            <a:ext cx="4330276" cy="197618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8676D2A-4493-2348-D94E-387AFE33F991}"/>
              </a:ext>
            </a:extLst>
          </p:cNvPr>
          <p:cNvSpPr txBox="1"/>
          <p:nvPr/>
        </p:nvSpPr>
        <p:spPr>
          <a:xfrm>
            <a:off x="346306" y="1482691"/>
            <a:ext cx="776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API</a:t>
            </a:r>
            <a:r>
              <a:rPr lang="zh-TW" altLang="en-US" sz="1200" dirty="0"/>
              <a:t>說明</a:t>
            </a:r>
          </a:p>
        </p:txBody>
      </p:sp>
      <p:pic>
        <p:nvPicPr>
          <p:cNvPr id="13" name="圖形 12" descr="文件 以實心填滿">
            <a:extLst>
              <a:ext uri="{FF2B5EF4-FFF2-40B4-BE49-F238E27FC236}">
                <a16:creationId xmlns:a16="http://schemas.microsoft.com/office/drawing/2014/main" id="{15F4E78D-F930-DBB4-2A01-CA2CA9470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6848" y="3269749"/>
            <a:ext cx="326141" cy="32614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F1ABDF79-71AF-A9BB-EE98-F290B28936DB}"/>
              </a:ext>
            </a:extLst>
          </p:cNvPr>
          <p:cNvSpPr txBox="1"/>
          <p:nvPr/>
        </p:nvSpPr>
        <p:spPr>
          <a:xfrm>
            <a:off x="8186077" y="3595890"/>
            <a:ext cx="727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TR_X.py</a:t>
            </a:r>
            <a:endParaRPr lang="zh-TW" altLang="en-US" sz="1100" dirty="0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09154263-78C1-31AE-9AC0-7C3BDBD9B1C5}"/>
              </a:ext>
            </a:extLst>
          </p:cNvPr>
          <p:cNvCxnSpPr>
            <a:cxnSpLocks/>
            <a:stCxn id="13" idx="0"/>
            <a:endCxn id="10" idx="3"/>
          </p:cNvCxnSpPr>
          <p:nvPr/>
        </p:nvCxnSpPr>
        <p:spPr>
          <a:xfrm rot="16200000" flipV="1">
            <a:off x="7203391" y="1923220"/>
            <a:ext cx="537675" cy="2155383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B6990780-4E5C-DE87-B345-6370C8137B4A}"/>
              </a:ext>
            </a:extLst>
          </p:cNvPr>
          <p:cNvCxnSpPr>
            <a:cxnSpLocks/>
            <a:stCxn id="14" idx="2"/>
            <a:endCxn id="11" idx="3"/>
          </p:cNvCxnSpPr>
          <p:nvPr/>
        </p:nvCxnSpPr>
        <p:spPr>
          <a:xfrm rot="5400000">
            <a:off x="7142461" y="2898721"/>
            <a:ext cx="448678" cy="2366237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8D510975-9AF7-A74A-358A-82E80EEA8A56}"/>
              </a:ext>
            </a:extLst>
          </p:cNvPr>
          <p:cNvSpPr/>
          <p:nvPr/>
        </p:nvSpPr>
        <p:spPr>
          <a:xfrm>
            <a:off x="2064260" y="2929692"/>
            <a:ext cx="2827153" cy="340058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CCED06-4681-C3F1-CF91-2C341F65CC06}"/>
              </a:ext>
            </a:extLst>
          </p:cNvPr>
          <p:cNvSpPr/>
          <p:nvPr/>
        </p:nvSpPr>
        <p:spPr>
          <a:xfrm>
            <a:off x="2064260" y="3387105"/>
            <a:ext cx="6046343" cy="72145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74D168B-7059-D58F-6094-D955006A1945}"/>
              </a:ext>
            </a:extLst>
          </p:cNvPr>
          <p:cNvSpPr txBox="1"/>
          <p:nvPr/>
        </p:nvSpPr>
        <p:spPr>
          <a:xfrm>
            <a:off x="88602" y="2004210"/>
            <a:ext cx="129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/>
              <a:t>有傳入</a:t>
            </a:r>
            <a:r>
              <a:rPr lang="en-US" altLang="zh-TW" sz="1200" dirty="0" err="1"/>
              <a:t>lineNum</a:t>
            </a:r>
            <a:endParaRPr lang="en-US" altLang="zh-TW" sz="1200" dirty="0"/>
          </a:p>
          <a:p>
            <a:pPr algn="ctr"/>
            <a:r>
              <a:rPr lang="en-US" altLang="zh-TW" sz="1200" dirty="0"/>
              <a:t>(</a:t>
            </a:r>
            <a:r>
              <a:rPr lang="zh-TW" altLang="en-US" sz="1200" dirty="0"/>
              <a:t>被</a:t>
            </a:r>
            <a:r>
              <a:rPr lang="en-US" altLang="zh-TW" sz="1200" dirty="0"/>
              <a:t>script</a:t>
            </a:r>
            <a:r>
              <a:rPr lang="zh-TW" altLang="en-US" sz="1200" dirty="0"/>
              <a:t>呼叫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484004F-7676-B0A6-FFB6-583230B4AAD4}"/>
              </a:ext>
            </a:extLst>
          </p:cNvPr>
          <p:cNvCxnSpPr/>
          <p:nvPr/>
        </p:nvCxnSpPr>
        <p:spPr>
          <a:xfrm>
            <a:off x="1380783" y="2160740"/>
            <a:ext cx="241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2696744-EAB1-3D7F-426D-A4F08FACC4DF}"/>
              </a:ext>
            </a:extLst>
          </p:cNvPr>
          <p:cNvSpPr txBox="1"/>
          <p:nvPr/>
        </p:nvSpPr>
        <p:spPr>
          <a:xfrm>
            <a:off x="68894" y="3996642"/>
            <a:ext cx="1292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/>
              <a:t>未傳入</a:t>
            </a:r>
            <a:r>
              <a:rPr lang="en-US" altLang="zh-TW" sz="1200" dirty="0" err="1"/>
              <a:t>lineNum</a:t>
            </a:r>
            <a:endParaRPr lang="en-US" altLang="zh-TW" sz="1200" dirty="0"/>
          </a:p>
          <a:p>
            <a:pPr algn="ctr"/>
            <a:r>
              <a:rPr lang="en-US" altLang="zh-TW" sz="1200" dirty="0"/>
              <a:t>(</a:t>
            </a:r>
            <a:r>
              <a:rPr lang="zh-TW" altLang="en-US" sz="1200" dirty="0"/>
              <a:t>被</a:t>
            </a:r>
            <a:r>
              <a:rPr lang="en-US" altLang="zh-TW" sz="1200" dirty="0"/>
              <a:t>API</a:t>
            </a:r>
            <a:r>
              <a:rPr lang="zh-TW" altLang="en-US" sz="1200" dirty="0"/>
              <a:t>呼叫，或是回傳值當作判斷式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D5E66CBA-7035-B3C3-2C3C-FE8EC7430872}"/>
              </a:ext>
            </a:extLst>
          </p:cNvPr>
          <p:cNvCxnSpPr/>
          <p:nvPr/>
        </p:nvCxnSpPr>
        <p:spPr>
          <a:xfrm>
            <a:off x="1319793" y="4209457"/>
            <a:ext cx="241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9515B55-CDF7-9677-AE3A-2B309426F80F}"/>
              </a:ext>
            </a:extLst>
          </p:cNvPr>
          <p:cNvSpPr txBox="1"/>
          <p:nvPr/>
        </p:nvSpPr>
        <p:spPr>
          <a:xfrm>
            <a:off x="4891413" y="2938138"/>
            <a:ext cx="33085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bg1"/>
                </a:solidFill>
              </a:rPr>
              <a:t>Case failed</a:t>
            </a:r>
            <a:endParaRPr lang="zh-TW" altLang="en-US" sz="1500" dirty="0" err="1">
              <a:solidFill>
                <a:schemeClr val="bg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3B98F05-F116-82C8-9FA7-066D780FCE32}"/>
              </a:ext>
            </a:extLst>
          </p:cNvPr>
          <p:cNvSpPr txBox="1"/>
          <p:nvPr/>
        </p:nvSpPr>
        <p:spPr>
          <a:xfrm>
            <a:off x="5076578" y="3649006"/>
            <a:ext cx="15994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chemeClr val="bg1"/>
                </a:solidFill>
              </a:rPr>
              <a:t>為</a:t>
            </a:r>
            <a:r>
              <a:rPr lang="en-US" altLang="zh-TW" sz="1500" dirty="0">
                <a:solidFill>
                  <a:schemeClr val="bg1"/>
                </a:solidFill>
              </a:rPr>
              <a:t>step</a:t>
            </a:r>
            <a:r>
              <a:rPr lang="zh-TW" altLang="en-US" sz="1500" dirty="0">
                <a:solidFill>
                  <a:schemeClr val="bg1"/>
                </a:solidFill>
              </a:rPr>
              <a:t>添加附件</a:t>
            </a:r>
          </a:p>
        </p:txBody>
      </p:sp>
    </p:spTree>
    <p:extLst>
      <p:ext uri="{BB962C8B-B14F-4D97-AF65-F5344CB8AC3E}">
        <p14:creationId xmlns:p14="http://schemas.microsoft.com/office/powerpoint/2010/main" val="2118438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428E2F3-B043-3BEA-ABAC-822D25D062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90" t="45666" r="25199" b="35474"/>
          <a:stretch/>
        </p:blipFill>
        <p:spPr>
          <a:xfrm>
            <a:off x="1074568" y="1618713"/>
            <a:ext cx="6991688" cy="1047214"/>
          </a:xfrm>
          <a:prstGeom prst="rect">
            <a:avLst/>
          </a:prstGeom>
        </p:spPr>
      </p:pic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Call Process Function</a:t>
            </a:r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E83BEB-56AD-3822-E4F3-A9E2BE316651}"/>
              </a:ext>
            </a:extLst>
          </p:cNvPr>
          <p:cNvSpPr/>
          <p:nvPr/>
        </p:nvSpPr>
        <p:spPr>
          <a:xfrm>
            <a:off x="1122515" y="1618712"/>
            <a:ext cx="6867238" cy="255163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D33EBD0-60CE-7E8B-6B09-783499CA8B6C}"/>
              </a:ext>
            </a:extLst>
          </p:cNvPr>
          <p:cNvSpPr txBox="1"/>
          <p:nvPr/>
        </p:nvSpPr>
        <p:spPr>
          <a:xfrm>
            <a:off x="1074568" y="932461"/>
            <a:ext cx="4618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API process function</a:t>
            </a:r>
          </a:p>
          <a:p>
            <a:r>
              <a:rPr lang="en-US" altLang="zh-TW" sz="1200" dirty="0"/>
              <a:t>Return </a:t>
            </a:r>
            <a:r>
              <a:rPr lang="en-US" altLang="zh-TW" sz="1200" b="1" dirty="0">
                <a:solidFill>
                  <a:schemeClr val="accent3"/>
                </a:solidFill>
              </a:rPr>
              <a:t>True</a:t>
            </a:r>
            <a:r>
              <a:rPr lang="en-US" altLang="zh-TW" sz="1200" dirty="0">
                <a:solidFill>
                  <a:schemeClr val="accent3"/>
                </a:solidFill>
              </a:rPr>
              <a:t>(Boolean)</a:t>
            </a:r>
            <a:r>
              <a:rPr lang="en-US" altLang="zh-TW" sz="1200" dirty="0"/>
              <a:t> on execute passed</a:t>
            </a:r>
          </a:p>
          <a:p>
            <a:r>
              <a:rPr lang="en-US" altLang="zh-TW" sz="1200" dirty="0"/>
              <a:t>Return </a:t>
            </a:r>
            <a:r>
              <a:rPr lang="en-US" altLang="zh-TW" sz="1200" b="1" dirty="0">
                <a:solidFill>
                  <a:schemeClr val="accent3"/>
                </a:solidFill>
              </a:rPr>
              <a:t>error message</a:t>
            </a:r>
            <a:r>
              <a:rPr lang="en-US" altLang="zh-TW" sz="1200" dirty="0">
                <a:solidFill>
                  <a:schemeClr val="accent3"/>
                </a:solidFill>
              </a:rPr>
              <a:t>(string) </a:t>
            </a:r>
            <a:r>
              <a:rPr lang="en-US" altLang="zh-TW" sz="1200" dirty="0"/>
              <a:t>on test failed </a:t>
            </a:r>
            <a:endParaRPr lang="zh-TW" altLang="en-US" sz="12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45B8D1E-DF45-36AB-6F9B-F40B0D50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19" y="3513751"/>
            <a:ext cx="8341254" cy="875778"/>
          </a:xfrm>
          <a:prstGeom prst="rect">
            <a:avLst/>
          </a:prstGeom>
          <a:ln w="38100">
            <a:solidFill>
              <a:srgbClr val="FFA700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CD39D8-A7C8-5DE5-28FC-C3453F31C3D5}"/>
              </a:ext>
            </a:extLst>
          </p:cNvPr>
          <p:cNvSpPr/>
          <p:nvPr/>
        </p:nvSpPr>
        <p:spPr>
          <a:xfrm>
            <a:off x="1510468" y="2325869"/>
            <a:ext cx="4046766" cy="245881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B6D97415-26BD-F648-9D7C-13BDF26B4F31}"/>
              </a:ext>
            </a:extLst>
          </p:cNvPr>
          <p:cNvCxnSpPr>
            <a:stCxn id="16" idx="2"/>
            <a:endCxn id="8" idx="1"/>
          </p:cNvCxnSpPr>
          <p:nvPr/>
        </p:nvCxnSpPr>
        <p:spPr>
          <a:xfrm rot="5400000">
            <a:off x="1353640" y="1771429"/>
            <a:ext cx="1379890" cy="2980532"/>
          </a:xfrm>
          <a:prstGeom prst="bentConnector4">
            <a:avLst>
              <a:gd name="adj1" fmla="val 34133"/>
              <a:gd name="adj2" fmla="val 107670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C07DD30-AFDF-2840-B88E-4A33099FFC5E}"/>
              </a:ext>
            </a:extLst>
          </p:cNvPr>
          <p:cNvSpPr txBox="1"/>
          <p:nvPr/>
        </p:nvSpPr>
        <p:spPr>
          <a:xfrm>
            <a:off x="3533851" y="3755086"/>
            <a:ext cx="4618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</a:rPr>
              <a:t>Save failed step for JSON content correction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20F8A52-E884-2634-36A0-4229AF78235D}"/>
              </a:ext>
            </a:extLst>
          </p:cNvPr>
          <p:cNvSpPr txBox="1"/>
          <p:nvPr/>
        </p:nvSpPr>
        <p:spPr>
          <a:xfrm>
            <a:off x="3533850" y="3951640"/>
            <a:ext cx="4618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</a:rPr>
              <a:t>Make this step fail and continue next step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E01DD19-461D-F6F4-1124-F330261A7C19}"/>
              </a:ext>
            </a:extLst>
          </p:cNvPr>
          <p:cNvSpPr txBox="1"/>
          <p:nvPr/>
        </p:nvSpPr>
        <p:spPr>
          <a:xfrm>
            <a:off x="872799" y="4463871"/>
            <a:ext cx="4618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Show fail reason as an attachment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18978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Source Code Documentation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3DBEC-C500-36F3-770C-52CF9047873E}"/>
              </a:ext>
            </a:extLst>
          </p:cNvPr>
          <p:cNvSpPr txBox="1"/>
          <p:nvPr/>
        </p:nvSpPr>
        <p:spPr>
          <a:xfrm>
            <a:off x="3246589" y="893777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Scripting Layer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7DA157E-E035-D983-36A1-9E829D769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9" y="1490310"/>
            <a:ext cx="1844200" cy="60965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CD9AFDE-399D-45B6-5158-959DF1567467}"/>
              </a:ext>
            </a:extLst>
          </p:cNvPr>
          <p:cNvSpPr txBox="1"/>
          <p:nvPr/>
        </p:nvSpPr>
        <p:spPr>
          <a:xfrm>
            <a:off x="352004" y="1160960"/>
            <a:ext cx="189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1.</a:t>
            </a:r>
            <a:r>
              <a:rPr lang="zh-TW" altLang="en-US" sz="1200" dirty="0"/>
              <a:t> </a:t>
            </a:r>
            <a:r>
              <a:rPr lang="en-US" altLang="zh-TW" sz="1200" dirty="0"/>
              <a:t>Import API modules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494AA3-F75A-45AB-DF24-410AC7F8AD67}"/>
              </a:ext>
            </a:extLst>
          </p:cNvPr>
          <p:cNvSpPr txBox="1"/>
          <p:nvPr/>
        </p:nvSpPr>
        <p:spPr>
          <a:xfrm>
            <a:off x="347178" y="2238703"/>
            <a:ext cx="2176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2.</a:t>
            </a:r>
            <a:r>
              <a:rPr lang="zh-TW" altLang="en-US" sz="1200" dirty="0"/>
              <a:t> </a:t>
            </a:r>
            <a:r>
              <a:rPr lang="en-US" altLang="zh-TW" sz="1200" dirty="0"/>
              <a:t>Input </a:t>
            </a:r>
            <a:r>
              <a:rPr lang="en-US" altLang="zh-TW" sz="1200" dirty="0">
                <a:solidFill>
                  <a:schemeClr val="accent3"/>
                </a:solidFill>
              </a:rPr>
              <a:t>&lt;module name&gt;.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429B62B-BD4D-4F0A-3C8C-DFC52F5F8FE4}"/>
              </a:ext>
            </a:extLst>
          </p:cNvPr>
          <p:cNvSpPr txBox="1"/>
          <p:nvPr/>
        </p:nvSpPr>
        <p:spPr>
          <a:xfrm>
            <a:off x="6129663" y="320556"/>
            <a:ext cx="26009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Using Visual Studio Code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D86ECBE-4839-8BFA-A09F-2B5AFED3DEA2}"/>
              </a:ext>
            </a:extLst>
          </p:cNvPr>
          <p:cNvSpPr txBox="1"/>
          <p:nvPr/>
        </p:nvSpPr>
        <p:spPr>
          <a:xfrm>
            <a:off x="755649" y="4581852"/>
            <a:ext cx="2808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自動列出此</a:t>
            </a:r>
            <a:r>
              <a:rPr lang="en-US" altLang="zh-TW" sz="1200" dirty="0"/>
              <a:t>module</a:t>
            </a:r>
            <a:r>
              <a:rPr lang="zh-TW" altLang="en-US" sz="1200" dirty="0"/>
              <a:t>內可使用的</a:t>
            </a:r>
            <a:r>
              <a:rPr lang="en-US" altLang="zh-TW" sz="1200" dirty="0"/>
              <a:t>API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0C99503B-2595-DFB0-9CA7-7A31C4EF7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9" y="2569522"/>
            <a:ext cx="3520745" cy="195851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EC3B896-3660-B9F2-10E5-C5B0F2229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21" y="2099963"/>
            <a:ext cx="4168501" cy="1996613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B13ADFD2-58DC-6D89-B3EA-62ED0982994C}"/>
              </a:ext>
            </a:extLst>
          </p:cNvPr>
          <p:cNvSpPr txBox="1"/>
          <p:nvPr/>
        </p:nvSpPr>
        <p:spPr>
          <a:xfrm>
            <a:off x="4622513" y="1787056"/>
            <a:ext cx="2176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3.</a:t>
            </a:r>
            <a:r>
              <a:rPr lang="zh-TW" altLang="en-US" sz="1200" dirty="0"/>
              <a:t> </a:t>
            </a:r>
            <a:r>
              <a:rPr lang="en-US" altLang="zh-TW" sz="1200" dirty="0"/>
              <a:t>Input </a:t>
            </a:r>
            <a:r>
              <a:rPr lang="en-US" altLang="zh-TW" sz="1200" dirty="0">
                <a:solidFill>
                  <a:schemeClr val="accent3"/>
                </a:solidFill>
              </a:rPr>
              <a:t>&lt;API name&gt;(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D87AD75-1038-62A6-FCE2-3848387CD726}"/>
              </a:ext>
            </a:extLst>
          </p:cNvPr>
          <p:cNvSpPr txBox="1"/>
          <p:nvPr/>
        </p:nvSpPr>
        <p:spPr>
          <a:xfrm>
            <a:off x="5395327" y="4131344"/>
            <a:ext cx="2808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自動列出參數列表與使用說明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606693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Setup Visual Studio Code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D9AFDE-399D-45B6-5158-959DF1567467}"/>
              </a:ext>
            </a:extLst>
          </p:cNvPr>
          <p:cNvSpPr txBox="1"/>
          <p:nvPr/>
        </p:nvSpPr>
        <p:spPr>
          <a:xfrm>
            <a:off x="345741" y="784136"/>
            <a:ext cx="189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1.</a:t>
            </a:r>
            <a:r>
              <a:rPr lang="zh-TW" altLang="en-US" sz="1200" dirty="0"/>
              <a:t> </a:t>
            </a:r>
            <a:r>
              <a:rPr lang="en-US" altLang="zh-TW" sz="1200" dirty="0"/>
              <a:t>Import API modules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6DB016-FC89-C615-14AD-C52115B6B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1" y="1074704"/>
            <a:ext cx="2309060" cy="115834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B7D8630-995B-58FD-0459-E23FD6AB0E86}"/>
              </a:ext>
            </a:extLst>
          </p:cNvPr>
          <p:cNvSpPr/>
          <p:nvPr/>
        </p:nvSpPr>
        <p:spPr>
          <a:xfrm>
            <a:off x="345741" y="1798121"/>
            <a:ext cx="336927" cy="35009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27340F0-5828-23A4-3F76-F7523A4F5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41" y="3183512"/>
            <a:ext cx="3330229" cy="65537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B70B1A39-E7D1-9583-A750-22C7044FE995}"/>
              </a:ext>
            </a:extLst>
          </p:cNvPr>
          <p:cNvSpPr/>
          <p:nvPr/>
        </p:nvSpPr>
        <p:spPr>
          <a:xfrm>
            <a:off x="410283" y="3578587"/>
            <a:ext cx="1299520" cy="210536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11DE101-64EF-9349-9FB1-40BCA643E378}"/>
              </a:ext>
            </a:extLst>
          </p:cNvPr>
          <p:cNvSpPr txBox="1"/>
          <p:nvPr/>
        </p:nvSpPr>
        <p:spPr>
          <a:xfrm>
            <a:off x="272022" y="2537181"/>
            <a:ext cx="3667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2. File &gt; Preferences &gt; Settings</a:t>
            </a:r>
            <a:r>
              <a:rPr lang="zh-TW" altLang="en-US" sz="1200" dirty="0"/>
              <a:t> </a:t>
            </a:r>
            <a:endParaRPr lang="en-US" altLang="zh-TW" sz="1200" dirty="0"/>
          </a:p>
          <a:p>
            <a:r>
              <a:rPr lang="en-US" altLang="zh-TW" sz="1200" dirty="0"/>
              <a:t>    Extension &gt; Python</a:t>
            </a:r>
          </a:p>
          <a:p>
            <a:r>
              <a:rPr lang="en-US" altLang="zh-TW" sz="1200" dirty="0"/>
              <a:t>    Set Env File as </a:t>
            </a:r>
            <a:r>
              <a:rPr lang="en-US" altLang="zh-TW" sz="1200" dirty="0">
                <a:solidFill>
                  <a:schemeClr val="accent3"/>
                </a:solidFill>
              </a:rPr>
              <a:t>D:/ACTS_3_0/VS_Code.env</a:t>
            </a:r>
            <a:r>
              <a:rPr lang="zh-TW" altLang="en-US" sz="1200" dirty="0">
                <a:solidFill>
                  <a:schemeClr val="accent3"/>
                </a:solidFill>
              </a:rPr>
              <a:t> </a:t>
            </a:r>
            <a:endParaRPr lang="en-US" altLang="zh-TW" sz="1200" dirty="0">
              <a:solidFill>
                <a:schemeClr val="accent3"/>
              </a:solidFill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382D4AD-8876-66D1-769E-67DC59F64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714" y="4275535"/>
            <a:ext cx="3482642" cy="167655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4327E147-7969-B2B1-0B73-A373267108F5}"/>
              </a:ext>
            </a:extLst>
          </p:cNvPr>
          <p:cNvSpPr txBox="1"/>
          <p:nvPr/>
        </p:nvSpPr>
        <p:spPr>
          <a:xfrm>
            <a:off x="4866438" y="3721080"/>
            <a:ext cx="2965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此檔案定義了</a:t>
            </a:r>
            <a:r>
              <a:rPr lang="en-US" altLang="zh-TW" sz="1200" dirty="0"/>
              <a:t>PYTHONPATH</a:t>
            </a:r>
            <a:r>
              <a:rPr lang="zh-TW" altLang="en-US" sz="1200" dirty="0"/>
              <a:t>到兩個位置</a:t>
            </a:r>
            <a:endParaRPr lang="en-US" altLang="zh-TW" sz="1200" dirty="0"/>
          </a:p>
          <a:p>
            <a:r>
              <a:rPr lang="zh-TW" altLang="en-US" sz="1200" dirty="0"/>
              <a:t>無論</a:t>
            </a:r>
            <a:r>
              <a:rPr lang="en-US" altLang="zh-TW" sz="1200" dirty="0"/>
              <a:t>module</a:t>
            </a:r>
            <a:r>
              <a:rPr lang="zh-TW" altLang="en-US" sz="1200" dirty="0"/>
              <a:t>放在哪一邊都可以產生關聯</a:t>
            </a:r>
            <a:endParaRPr lang="en-US" altLang="zh-TW" sz="1200" dirty="0"/>
          </a:p>
        </p:txBody>
      </p:sp>
      <p:pic>
        <p:nvPicPr>
          <p:cNvPr id="23" name="圖形 22" descr="資料夾 外框">
            <a:extLst>
              <a:ext uri="{FF2B5EF4-FFF2-40B4-BE49-F238E27FC236}">
                <a16:creationId xmlns:a16="http://schemas.microsoft.com/office/drawing/2014/main" id="{4F871767-DBAC-EAF0-41D7-54F9975E0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3978" y="1428967"/>
            <a:ext cx="356325" cy="356325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2840DAAC-F4A5-D78F-9916-C38156ED5B71}"/>
              </a:ext>
            </a:extLst>
          </p:cNvPr>
          <p:cNvSpPr txBox="1"/>
          <p:nvPr/>
        </p:nvSpPr>
        <p:spPr>
          <a:xfrm>
            <a:off x="4654534" y="1916739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pic>
        <p:nvPicPr>
          <p:cNvPr id="25" name="圖形 24" descr="資料夾 外框">
            <a:extLst>
              <a:ext uri="{FF2B5EF4-FFF2-40B4-BE49-F238E27FC236}">
                <a16:creationId xmlns:a16="http://schemas.microsoft.com/office/drawing/2014/main" id="{63E48818-D662-D5AA-33B1-51B2E74401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5836" y="1428967"/>
            <a:ext cx="356325" cy="356325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683970B5-03BD-07B4-02E0-419A9ECE9649}"/>
              </a:ext>
            </a:extLst>
          </p:cNvPr>
          <p:cNvSpPr txBox="1"/>
          <p:nvPr/>
        </p:nvSpPr>
        <p:spPr>
          <a:xfrm>
            <a:off x="6932161" y="1500873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D:/ACTS_3_0</a:t>
            </a:r>
            <a:endParaRPr lang="zh-TW" altLang="en-US" sz="1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C6A201B-56CA-DE7C-E0B6-80F792344DC8}"/>
              </a:ext>
            </a:extLst>
          </p:cNvPr>
          <p:cNvSpPr txBox="1"/>
          <p:nvPr/>
        </p:nvSpPr>
        <p:spPr>
          <a:xfrm>
            <a:off x="4360303" y="1507226"/>
            <a:ext cx="1949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D:/opal_auto/0_Pytest/Tools</a:t>
            </a:r>
            <a:endParaRPr lang="zh-TW" altLang="en-US" sz="1000" dirty="0"/>
          </a:p>
        </p:txBody>
      </p:sp>
      <p:pic>
        <p:nvPicPr>
          <p:cNvPr id="28" name="圖形 27" descr="資料夾 外框">
            <a:extLst>
              <a:ext uri="{FF2B5EF4-FFF2-40B4-BE49-F238E27FC236}">
                <a16:creationId xmlns:a16="http://schemas.microsoft.com/office/drawing/2014/main" id="{16B1BAB5-5799-A493-3FD1-0FDB3EA040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60303" y="1863551"/>
            <a:ext cx="356325" cy="356325"/>
          </a:xfrm>
          <a:prstGeom prst="rect">
            <a:avLst/>
          </a:prstGeom>
        </p:spPr>
      </p:pic>
      <p:pic>
        <p:nvPicPr>
          <p:cNvPr id="29" name="圖形 28" descr="資料夾 外框">
            <a:extLst>
              <a:ext uri="{FF2B5EF4-FFF2-40B4-BE49-F238E27FC236}">
                <a16:creationId xmlns:a16="http://schemas.microsoft.com/office/drawing/2014/main" id="{98D88B0B-F451-3CBA-A0AF-C697349ED0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2161" y="1861687"/>
            <a:ext cx="356325" cy="356325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9600F252-B60B-C04B-5BAE-E9A40C82CEDA}"/>
              </a:ext>
            </a:extLst>
          </p:cNvPr>
          <p:cNvSpPr txBox="1"/>
          <p:nvPr/>
        </p:nvSpPr>
        <p:spPr>
          <a:xfrm>
            <a:off x="7243830" y="1916737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7C29CE24-95F4-DD21-44F8-C11DC00EBABC}"/>
              </a:ext>
            </a:extLst>
          </p:cNvPr>
          <p:cNvCxnSpPr>
            <a:cxnSpLocks/>
            <a:stCxn id="23" idx="2"/>
            <a:endCxn id="28" idx="1"/>
          </p:cNvCxnSpPr>
          <p:nvPr/>
        </p:nvCxnSpPr>
        <p:spPr>
          <a:xfrm rot="16200000" flipH="1">
            <a:off x="4143011" y="1824422"/>
            <a:ext cx="256422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984428E6-1C14-06C8-A171-42C2978A6A49}"/>
              </a:ext>
            </a:extLst>
          </p:cNvPr>
          <p:cNvCxnSpPr>
            <a:cxnSpLocks/>
            <a:stCxn id="25" idx="2"/>
            <a:endCxn id="29" idx="1"/>
          </p:cNvCxnSpPr>
          <p:nvPr/>
        </p:nvCxnSpPr>
        <p:spPr>
          <a:xfrm rot="16200000" flipH="1">
            <a:off x="6715801" y="1823490"/>
            <a:ext cx="254558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D8260D8A-3F40-28EC-23E4-7D583E207E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2163181"/>
            <a:ext cx="326141" cy="326141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9940280A-883A-4BAF-7445-0FA5101CF18A}"/>
              </a:ext>
            </a:extLst>
          </p:cNvPr>
          <p:cNvSpPr txBox="1"/>
          <p:nvPr/>
        </p:nvSpPr>
        <p:spPr>
          <a:xfrm>
            <a:off x="4866438" y="2195446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8100ECC1-D760-D25A-48D1-8A53989D3C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2517519"/>
            <a:ext cx="326141" cy="326141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4C1206E1-1F11-4356-F70A-4D086B390FEE}"/>
              </a:ext>
            </a:extLst>
          </p:cNvPr>
          <p:cNvSpPr txBox="1"/>
          <p:nvPr/>
        </p:nvSpPr>
        <p:spPr>
          <a:xfrm>
            <a:off x="4866438" y="2549784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8" name="圖形 37" descr="文件 以實心填滿">
            <a:extLst>
              <a:ext uri="{FF2B5EF4-FFF2-40B4-BE49-F238E27FC236}">
                <a16:creationId xmlns:a16="http://schemas.microsoft.com/office/drawing/2014/main" id="{4B1529C5-14A9-DE66-7112-CCDD496CFA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2869912"/>
            <a:ext cx="326141" cy="326141"/>
          </a:xfrm>
          <a:prstGeom prst="rect">
            <a:avLst/>
          </a:prstGeom>
        </p:spPr>
      </p:pic>
      <p:sp>
        <p:nvSpPr>
          <p:cNvPr id="39" name="文字方塊 38">
            <a:extLst>
              <a:ext uri="{FF2B5EF4-FFF2-40B4-BE49-F238E27FC236}">
                <a16:creationId xmlns:a16="http://schemas.microsoft.com/office/drawing/2014/main" id="{67337CE4-7529-7A51-2E48-C603F13B5439}"/>
              </a:ext>
            </a:extLst>
          </p:cNvPr>
          <p:cNvSpPr txBox="1"/>
          <p:nvPr/>
        </p:nvSpPr>
        <p:spPr>
          <a:xfrm>
            <a:off x="4866438" y="2902177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40" name="圖形 39" descr="文件 以實心填滿">
            <a:extLst>
              <a:ext uri="{FF2B5EF4-FFF2-40B4-BE49-F238E27FC236}">
                <a16:creationId xmlns:a16="http://schemas.microsoft.com/office/drawing/2014/main" id="{9F45C65B-255E-F76E-F056-425B4BC041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3224250"/>
            <a:ext cx="326141" cy="326141"/>
          </a:xfrm>
          <a:prstGeom prst="rect">
            <a:avLst/>
          </a:prstGeom>
        </p:spPr>
      </p:pic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82ACE0-9B10-2D1A-6B1D-4D9C7AF8F7B9}"/>
              </a:ext>
            </a:extLst>
          </p:cNvPr>
          <p:cNvSpPr txBox="1"/>
          <p:nvPr/>
        </p:nvSpPr>
        <p:spPr>
          <a:xfrm>
            <a:off x="4866438" y="3256515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5C4549B1-C9EF-25D1-4E25-C1830AADAE5D}"/>
              </a:ext>
            </a:extLst>
          </p:cNvPr>
          <p:cNvCxnSpPr>
            <a:endCxn id="34" idx="1"/>
          </p:cNvCxnSpPr>
          <p:nvPr/>
        </p:nvCxnSpPr>
        <p:spPr>
          <a:xfrm rot="16200000" flipH="1">
            <a:off x="4476956" y="2202412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71834E63-8EA7-2E1A-2B28-62567EB40B89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4299787" y="2379581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01D4CC9D-3E98-1D18-196B-34CB7425F1E2}"/>
              </a:ext>
            </a:extLst>
          </p:cNvPr>
          <p:cNvCxnSpPr>
            <a:cxnSpLocks/>
            <a:endCxn id="38" idx="1"/>
          </p:cNvCxnSpPr>
          <p:nvPr/>
        </p:nvCxnSpPr>
        <p:spPr>
          <a:xfrm rot="16200000" flipH="1">
            <a:off x="4123591" y="2555777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01D0CED6-42BE-F9BC-0C37-1EA5F69398C0}"/>
              </a:ext>
            </a:extLst>
          </p:cNvPr>
          <p:cNvCxnSpPr>
            <a:cxnSpLocks/>
            <a:endCxn id="40" idx="1"/>
          </p:cNvCxnSpPr>
          <p:nvPr/>
        </p:nvCxnSpPr>
        <p:spPr>
          <a:xfrm rot="16200000" flipH="1">
            <a:off x="3946422" y="2732946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圖形 45" descr="文件 以實心填滿">
            <a:extLst>
              <a:ext uri="{FF2B5EF4-FFF2-40B4-BE49-F238E27FC236}">
                <a16:creationId xmlns:a16="http://schemas.microsoft.com/office/drawing/2014/main" id="{EB02ADFA-9AF0-777F-6AF3-F9B23F1B69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2191377"/>
            <a:ext cx="326141" cy="326141"/>
          </a:xfrm>
          <a:prstGeom prst="rect">
            <a:avLst/>
          </a:prstGeom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AD4ED45B-3B16-E87B-F03D-0911517852C5}"/>
              </a:ext>
            </a:extLst>
          </p:cNvPr>
          <p:cNvSpPr txBox="1"/>
          <p:nvPr/>
        </p:nvSpPr>
        <p:spPr>
          <a:xfrm>
            <a:off x="7431608" y="222364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48" name="圖形 47" descr="文件 以實心填滿">
            <a:extLst>
              <a:ext uri="{FF2B5EF4-FFF2-40B4-BE49-F238E27FC236}">
                <a16:creationId xmlns:a16="http://schemas.microsoft.com/office/drawing/2014/main" id="{ECA9DBAB-78FC-F9AB-6F4B-295695F5C8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2545715"/>
            <a:ext cx="326141" cy="326141"/>
          </a:xfrm>
          <a:prstGeom prst="rect">
            <a:avLst/>
          </a:prstGeom>
        </p:spPr>
      </p:pic>
      <p:sp>
        <p:nvSpPr>
          <p:cNvPr id="49" name="文字方塊 48">
            <a:extLst>
              <a:ext uri="{FF2B5EF4-FFF2-40B4-BE49-F238E27FC236}">
                <a16:creationId xmlns:a16="http://schemas.microsoft.com/office/drawing/2014/main" id="{05B22F45-71A8-3F78-33E9-593C047F655A}"/>
              </a:ext>
            </a:extLst>
          </p:cNvPr>
          <p:cNvSpPr txBox="1"/>
          <p:nvPr/>
        </p:nvSpPr>
        <p:spPr>
          <a:xfrm>
            <a:off x="7431608" y="2577980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50" name="圖形 49" descr="文件 以實心填滿">
            <a:extLst>
              <a:ext uri="{FF2B5EF4-FFF2-40B4-BE49-F238E27FC236}">
                <a16:creationId xmlns:a16="http://schemas.microsoft.com/office/drawing/2014/main" id="{154849BC-8847-5A35-5452-1CD666EF7E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2898108"/>
            <a:ext cx="326141" cy="326141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A3352245-EBC2-1FB7-95A1-4E8988D03F66}"/>
              </a:ext>
            </a:extLst>
          </p:cNvPr>
          <p:cNvSpPr txBox="1"/>
          <p:nvPr/>
        </p:nvSpPr>
        <p:spPr>
          <a:xfrm>
            <a:off x="7431608" y="2930373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52" name="圖形 51" descr="文件 以實心填滿">
            <a:extLst>
              <a:ext uri="{FF2B5EF4-FFF2-40B4-BE49-F238E27FC236}">
                <a16:creationId xmlns:a16="http://schemas.microsoft.com/office/drawing/2014/main" id="{92B68EB4-74CC-5304-74F4-6B0BA8A8A1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3252446"/>
            <a:ext cx="326141" cy="326141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E2D61DD6-122B-3577-6731-D21303D2C461}"/>
              </a:ext>
            </a:extLst>
          </p:cNvPr>
          <p:cNvSpPr txBox="1"/>
          <p:nvPr/>
        </p:nvSpPr>
        <p:spPr>
          <a:xfrm>
            <a:off x="7431608" y="3284711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D51EF020-CEF5-E218-E836-85C758A8339C}"/>
              </a:ext>
            </a:extLst>
          </p:cNvPr>
          <p:cNvCxnSpPr>
            <a:endCxn id="46" idx="1"/>
          </p:cNvCxnSpPr>
          <p:nvPr/>
        </p:nvCxnSpPr>
        <p:spPr>
          <a:xfrm rot="16200000" flipH="1">
            <a:off x="7042126" y="2230608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E174F6AB-56E8-C239-1540-999C43EE7AA2}"/>
              </a:ext>
            </a:extLst>
          </p:cNvPr>
          <p:cNvCxnSpPr>
            <a:cxnSpLocks/>
            <a:endCxn id="48" idx="1"/>
          </p:cNvCxnSpPr>
          <p:nvPr/>
        </p:nvCxnSpPr>
        <p:spPr>
          <a:xfrm rot="16200000" flipH="1">
            <a:off x="6864957" y="2407777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55F9A531-CA49-C39A-996A-13482CB217B4}"/>
              </a:ext>
            </a:extLst>
          </p:cNvPr>
          <p:cNvCxnSpPr>
            <a:cxnSpLocks/>
            <a:endCxn id="50" idx="1"/>
          </p:cNvCxnSpPr>
          <p:nvPr/>
        </p:nvCxnSpPr>
        <p:spPr>
          <a:xfrm rot="16200000" flipH="1">
            <a:off x="6688761" y="2583973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D29C4D33-20BC-B744-478E-583AD499484D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6511592" y="2761142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84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訂 2">
      <a:dk1>
        <a:srgbClr val="000000"/>
      </a:dk1>
      <a:lt1>
        <a:srgbClr val="FFFFFF"/>
      </a:lt1>
      <a:dk2>
        <a:srgbClr val="BFBFBF"/>
      </a:dk2>
      <a:lt2>
        <a:srgbClr val="FFFFFF"/>
      </a:lt2>
      <a:accent1>
        <a:srgbClr val="00B2FF"/>
      </a:accent1>
      <a:accent2>
        <a:srgbClr val="009AFF"/>
      </a:accent2>
      <a:accent3>
        <a:srgbClr val="0079FF"/>
      </a:accent3>
      <a:accent4>
        <a:srgbClr val="FFC800"/>
      </a:accent4>
      <a:accent5>
        <a:srgbClr val="FFA700"/>
      </a:accent5>
      <a:accent6>
        <a:srgbClr val="E88000"/>
      </a:accent6>
      <a:hlink>
        <a:srgbClr val="000000"/>
      </a:hlink>
      <a:folHlink>
        <a:srgbClr val="000000"/>
      </a:folHlink>
    </a:clrScheme>
    <a:fontScheme name="Zyxel Networks font">
      <a:majorFont>
        <a:latin typeface="Century Gothic"/>
        <a:ea typeface="Noto Sans CJK TC Regular"/>
        <a:cs typeface=""/>
      </a:majorFont>
      <a:minorFont>
        <a:latin typeface="Century Gothic"/>
        <a:ea typeface="Noto Sans CJK T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5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1670</Words>
  <Application>Microsoft Office PowerPoint</Application>
  <PresentationFormat>如螢幕大小 (16:9)</PresentationFormat>
  <Paragraphs>364</Paragraphs>
  <Slides>39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4" baseType="lpstr">
      <vt:lpstr>Arial</vt:lpstr>
      <vt:lpstr>Calibri</vt:lpstr>
      <vt:lpstr>Century Gothic</vt:lpstr>
      <vt:lpstr>Wingdings</vt:lpstr>
      <vt:lpstr>Office Theme</vt:lpstr>
      <vt:lpstr>ACTS 3.0 </vt:lpstr>
      <vt:lpstr>Topics</vt:lpstr>
      <vt:lpstr>What is ACTS 3.0?</vt:lpstr>
      <vt:lpstr>ACTS 2.1 test site</vt:lpstr>
      <vt:lpstr>ACTS 3.0 test site</vt:lpstr>
      <vt:lpstr>File Allocation</vt:lpstr>
      <vt:lpstr>PyTest</vt:lpstr>
      <vt:lpstr>PyTest</vt:lpstr>
      <vt:lpstr>PyTest-Script Structure</vt:lpstr>
      <vt:lpstr>PyTest-Setup and Teardown</vt:lpstr>
      <vt:lpstr>PyTest-Cases Hierarchy </vt:lpstr>
      <vt:lpstr>Allure Report</vt:lpstr>
      <vt:lpstr>Allure Report-Syntax</vt:lpstr>
      <vt:lpstr>Feature Define</vt:lpstr>
      <vt:lpstr>Case Define</vt:lpstr>
      <vt:lpstr>Step Define</vt:lpstr>
      <vt:lpstr>Step Attach File</vt:lpstr>
      <vt:lpstr>Step Attach Content</vt:lpstr>
      <vt:lpstr>ACTS 3.0 Instructions</vt:lpstr>
      <vt:lpstr>ACTS 3.0 Process Flow</vt:lpstr>
      <vt:lpstr>Runner GUI</vt:lpstr>
      <vt:lpstr>Runner GUI-Report Mail</vt:lpstr>
      <vt:lpstr>Runner GUI-COM Ports</vt:lpstr>
      <vt:lpstr>Runner GUI-Cases Select</vt:lpstr>
      <vt:lpstr>Insert lineNum</vt:lpstr>
      <vt:lpstr>Copy Module Files</vt:lpstr>
      <vt:lpstr>Variable Files</vt:lpstr>
      <vt:lpstr>Variable Files</vt:lpstr>
      <vt:lpstr>Allure Report</vt:lpstr>
      <vt:lpstr>Allure Report Correction</vt:lpstr>
      <vt:lpstr>Allure HTML Report</vt:lpstr>
      <vt:lpstr>API Reference</vt:lpstr>
      <vt:lpstr>API Structure</vt:lpstr>
      <vt:lpstr>Build in API Modules</vt:lpstr>
      <vt:lpstr>API Structure-In Custom Modules</vt:lpstr>
      <vt:lpstr>Wrap Procedure </vt:lpstr>
      <vt:lpstr>Call Process Function</vt:lpstr>
      <vt:lpstr>Source Code Documentation</vt:lpstr>
      <vt:lpstr>Setup Visual Studio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 Chan</dc:creator>
  <cp:lastModifiedBy>Char Wang</cp:lastModifiedBy>
  <cp:revision>1</cp:revision>
  <dcterms:created xsi:type="dcterms:W3CDTF">2016-04-20T11:51:06Z</dcterms:created>
  <dcterms:modified xsi:type="dcterms:W3CDTF">2023-12-09T22:34:47Z</dcterms:modified>
</cp:coreProperties>
</file>